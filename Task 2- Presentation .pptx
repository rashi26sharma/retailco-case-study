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8" r:id="rId4"/>
    <p:sldId id="267" r:id="rId5"/>
    <p:sldId id="264" r:id="rId6"/>
    <p:sldId id="257" r:id="rId7"/>
    <p:sldId id="265" r:id="rId8"/>
    <p:sldId id="266" r:id="rId9"/>
    <p:sldId id="258" r:id="rId10"/>
    <p:sldId id="26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og0TkA3oRhF4BhwI9V83taoK/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3E21"/>
    <a:srgbClr val="261F10"/>
    <a:srgbClr val="009999"/>
    <a:srgbClr val="006600"/>
    <a:srgbClr val="4A411E"/>
    <a:srgbClr val="3C9B35"/>
    <a:srgbClr val="00FF00"/>
    <a:srgbClr val="00B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09ADF-2CA6-4240-9C64-38822564995A}" v="378" dt="2026-03-29T13:56:15.473"/>
  </p1510:revLst>
</p1510:revInfo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i Sharma" userId="de7a16b86a2e3d70" providerId="LiveId" clId="{F2AEA104-23D0-4412-A75C-A4AE960D418D}"/>
    <pc:docChg chg="undo redo custSel addSld delSld modSld sldOrd">
      <pc:chgData name="Rashi Sharma" userId="de7a16b86a2e3d70" providerId="LiveId" clId="{F2AEA104-23D0-4412-A75C-A4AE960D418D}" dt="2026-03-29T14:17:08.871" v="1204" actId="27918"/>
      <pc:docMkLst>
        <pc:docMk/>
      </pc:docMkLst>
      <pc:sldChg chg="addSp delSp modSp mod setBg">
        <pc:chgData name="Rashi Sharma" userId="de7a16b86a2e3d70" providerId="LiveId" clId="{F2AEA104-23D0-4412-A75C-A4AE960D418D}" dt="2026-03-29T09:27:42.361" v="726"/>
        <pc:sldMkLst>
          <pc:docMk/>
          <pc:sldMk cId="0" sldId="256"/>
        </pc:sldMkLst>
        <pc:spChg chg="add mod">
          <ac:chgData name="Rashi Sharma" userId="de7a16b86a2e3d70" providerId="LiveId" clId="{F2AEA104-23D0-4412-A75C-A4AE960D418D}" dt="2026-03-29T09:05:47.994" v="569" actId="14100"/>
          <ac:spMkLst>
            <pc:docMk/>
            <pc:sldMk cId="0" sldId="256"/>
            <ac:spMk id="2" creationId="{FC82C6FE-5032-0961-A8AB-8EDD1370350C}"/>
          </ac:spMkLst>
        </pc:spChg>
        <pc:spChg chg="add mod">
          <ac:chgData name="Rashi Sharma" userId="de7a16b86a2e3d70" providerId="LiveId" clId="{F2AEA104-23D0-4412-A75C-A4AE960D418D}" dt="2026-03-29T09:17:03.210" v="656" actId="122"/>
          <ac:spMkLst>
            <pc:docMk/>
            <pc:sldMk cId="0" sldId="256"/>
            <ac:spMk id="3" creationId="{537F04C1-CF1D-F5B7-5A96-B55A1B50B69C}"/>
          </ac:spMkLst>
        </pc:spChg>
        <pc:spChg chg="mod">
          <ac:chgData name="Rashi Sharma" userId="de7a16b86a2e3d70" providerId="LiveId" clId="{F2AEA104-23D0-4412-A75C-A4AE960D418D}" dt="2026-03-29T09:17:10.515" v="657" actId="1076"/>
          <ac:spMkLst>
            <pc:docMk/>
            <pc:sldMk cId="0" sldId="256"/>
            <ac:spMk id="60" creationId="{00000000-0000-0000-0000-000000000000}"/>
          </ac:spMkLst>
        </pc:spChg>
        <pc:spChg chg="del">
          <ac:chgData name="Rashi Sharma" userId="de7a16b86a2e3d70" providerId="LiveId" clId="{F2AEA104-23D0-4412-A75C-A4AE960D418D}" dt="2026-03-29T09:01:05.920" v="541" actId="478"/>
          <ac:spMkLst>
            <pc:docMk/>
            <pc:sldMk cId="0" sldId="256"/>
            <ac:spMk id="61" creationId="{00000000-0000-0000-0000-000000000000}"/>
          </ac:spMkLst>
        </pc:spChg>
      </pc:sldChg>
      <pc:sldChg chg="addSp delSp modSp add del mod">
        <pc:chgData name="Rashi Sharma" userId="de7a16b86a2e3d70" providerId="LiveId" clId="{F2AEA104-23D0-4412-A75C-A4AE960D418D}" dt="2026-03-29T12:24:37.841" v="995" actId="27636"/>
        <pc:sldMkLst>
          <pc:docMk/>
          <pc:sldMk cId="0" sldId="257"/>
        </pc:sldMkLst>
        <pc:spChg chg="mod">
          <ac:chgData name="Rashi Sharma" userId="de7a16b86a2e3d70" providerId="LiveId" clId="{F2AEA104-23D0-4412-A75C-A4AE960D418D}" dt="2026-03-29T12:12:55.995" v="869" actId="27636"/>
          <ac:spMkLst>
            <pc:docMk/>
            <pc:sldMk cId="0" sldId="257"/>
            <ac:spMk id="2" creationId="{00000000-0000-0000-0000-000000000000}"/>
          </ac:spMkLst>
        </pc:spChg>
        <pc:spChg chg="add">
          <ac:chgData name="Rashi Sharma" userId="de7a16b86a2e3d70" providerId="LiveId" clId="{F2AEA104-23D0-4412-A75C-A4AE960D418D}" dt="2026-03-29T08:19:26.902" v="1"/>
          <ac:spMkLst>
            <pc:docMk/>
            <pc:sldMk cId="0" sldId="257"/>
            <ac:spMk id="2" creationId="{7F5717C2-123D-FA37-9060-659341596020}"/>
          </ac:spMkLst>
        </pc:spChg>
        <pc:spChg chg="mod">
          <ac:chgData name="Rashi Sharma" userId="de7a16b86a2e3d70" providerId="LiveId" clId="{F2AEA104-23D0-4412-A75C-A4AE960D418D}" dt="2026-03-29T12:24:37.841" v="995" actId="27636"/>
          <ac:spMkLst>
            <pc:docMk/>
            <pc:sldMk cId="0" sldId="257"/>
            <ac:spMk id="3" creationId="{00000000-0000-0000-0000-000000000000}"/>
          </ac:spMkLst>
        </pc:spChg>
        <pc:spChg chg="add">
          <ac:chgData name="Rashi Sharma" userId="de7a16b86a2e3d70" providerId="LiveId" clId="{F2AEA104-23D0-4412-A75C-A4AE960D418D}" dt="2026-03-29T12:24:02.403" v="943"/>
          <ac:spMkLst>
            <pc:docMk/>
            <pc:sldMk cId="0" sldId="257"/>
            <ac:spMk id="4" creationId="{D9241F90-5986-147D-CE44-272A8F52DB1E}"/>
          </ac:spMkLst>
        </pc:spChg>
        <pc:spChg chg="mod">
          <ac:chgData name="Rashi Sharma" userId="de7a16b86a2e3d70" providerId="LiveId" clId="{F2AEA104-23D0-4412-A75C-A4AE960D418D}" dt="2026-03-29T08:19:49.419" v="7" actId="14100"/>
          <ac:spMkLst>
            <pc:docMk/>
            <pc:sldMk cId="0" sldId="257"/>
            <ac:spMk id="66" creationId="{00000000-0000-0000-0000-000000000000}"/>
          </ac:spMkLst>
        </pc:spChg>
        <pc:spChg chg="del">
          <ac:chgData name="Rashi Sharma" userId="de7a16b86a2e3d70" providerId="LiveId" clId="{F2AEA104-23D0-4412-A75C-A4AE960D418D}" dt="2026-03-29T08:19:59.073" v="8" actId="478"/>
          <ac:spMkLst>
            <pc:docMk/>
            <pc:sldMk cId="0" sldId="257"/>
            <ac:spMk id="68" creationId="{00000000-0000-0000-0000-000000000000}"/>
          </ac:spMkLst>
        </pc:spChg>
      </pc:sldChg>
      <pc:sldChg chg="addSp delSp modSp add del mod ord modNotes">
        <pc:chgData name="Rashi Sharma" userId="de7a16b86a2e3d70" providerId="LiveId" clId="{F2AEA104-23D0-4412-A75C-A4AE960D418D}" dt="2026-03-29T13:49:53.354" v="1146" actId="13782"/>
        <pc:sldMkLst>
          <pc:docMk/>
          <pc:sldMk cId="0" sldId="258"/>
        </pc:sldMkLst>
        <pc:spChg chg="mod">
          <ac:chgData name="Rashi Sharma" userId="de7a16b86a2e3d70" providerId="LiveId" clId="{F2AEA104-23D0-4412-A75C-A4AE960D418D}" dt="2026-03-29T13:46:39.273" v="1131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ashi Sharma" userId="de7a16b86a2e3d70" providerId="LiveId" clId="{F2AEA104-23D0-4412-A75C-A4AE960D418D}" dt="2026-03-29T13:46:30.926" v="1129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Rashi Sharma" userId="de7a16b86a2e3d70" providerId="LiveId" clId="{F2AEA104-23D0-4412-A75C-A4AE960D418D}" dt="2026-03-29T13:46:33.701" v="1130" actId="478"/>
          <ac:spMkLst>
            <pc:docMk/>
            <pc:sldMk cId="0" sldId="258"/>
            <ac:spMk id="6" creationId="{F4DEA16E-EB48-1B21-D5E0-E75C4557A398}"/>
          </ac:spMkLst>
        </pc:spChg>
        <pc:graphicFrameChg chg="add mod modGraphic">
          <ac:chgData name="Rashi Sharma" userId="de7a16b86a2e3d70" providerId="LiveId" clId="{F2AEA104-23D0-4412-A75C-A4AE960D418D}" dt="2026-03-29T13:49:53.354" v="1146" actId="13782"/>
          <ac:graphicFrameMkLst>
            <pc:docMk/>
            <pc:sldMk cId="0" sldId="258"/>
            <ac:graphicFrameMk id="4" creationId="{D14378C3-C89C-3ACE-4463-F35A1E3011C9}"/>
          </ac:graphicFrameMkLst>
        </pc:graphicFrameChg>
        <pc:graphicFrameChg chg="add del mod modGraphic">
          <ac:chgData name="Rashi Sharma" userId="de7a16b86a2e3d70" providerId="LiveId" clId="{F2AEA104-23D0-4412-A75C-A4AE960D418D}" dt="2026-03-29T13:46:53.737" v="1135" actId="478"/>
          <ac:graphicFrameMkLst>
            <pc:docMk/>
            <pc:sldMk cId="0" sldId="258"/>
            <ac:graphicFrameMk id="7" creationId="{A6C8366B-0937-D2F1-C68B-CD813E550D2C}"/>
          </ac:graphicFrameMkLst>
        </pc:graphicFrameChg>
      </pc:sldChg>
      <pc:sldChg chg="modSp del">
        <pc:chgData name="Rashi Sharma" userId="de7a16b86a2e3d70" providerId="LiveId" clId="{F2AEA104-23D0-4412-A75C-A4AE960D418D}" dt="2026-03-29T09:14:13.325" v="631" actId="47"/>
        <pc:sldMkLst>
          <pc:docMk/>
          <pc:sldMk cId="0" sldId="259"/>
        </pc:sldMkLst>
        <pc:spChg chg="mod">
          <ac:chgData name="Rashi Sharma" userId="de7a16b86a2e3d70" providerId="LiveId" clId="{F2AEA104-23D0-4412-A75C-A4AE960D418D}" dt="2026-03-29T09:00:13.224" v="539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Rashi Sharma" userId="de7a16b86a2e3d70" providerId="LiveId" clId="{F2AEA104-23D0-4412-A75C-A4AE960D418D}" dt="2026-03-29T13:57:28.325" v="1196" actId="20577"/>
        <pc:sldMkLst>
          <pc:docMk/>
          <pc:sldMk cId="0" sldId="260"/>
        </pc:sldMkLst>
        <pc:spChg chg="mod">
          <ac:chgData name="Rashi Sharma" userId="de7a16b86a2e3d70" providerId="LiveId" clId="{F2AEA104-23D0-4412-A75C-A4AE960D418D}" dt="2026-03-29T13:57:28.325" v="1196" actId="20577"/>
          <ac:spMkLst>
            <pc:docMk/>
            <pc:sldMk cId="0" sldId="260"/>
            <ac:spMk id="85" creationId="{00000000-0000-0000-0000-000000000000}"/>
          </ac:spMkLst>
        </pc:spChg>
      </pc:sldChg>
      <pc:sldChg chg="del">
        <pc:chgData name="Rashi Sharma" userId="de7a16b86a2e3d70" providerId="LiveId" clId="{F2AEA104-23D0-4412-A75C-A4AE960D418D}" dt="2026-03-29T09:14:15.980" v="632" actId="47"/>
        <pc:sldMkLst>
          <pc:docMk/>
          <pc:sldMk cId="0" sldId="261"/>
        </pc:sldMkLst>
      </pc:sldChg>
      <pc:sldChg chg="addSp delSp modSp new mod ord">
        <pc:chgData name="Rashi Sharma" userId="de7a16b86a2e3d70" providerId="LiveId" clId="{F2AEA104-23D0-4412-A75C-A4AE960D418D}" dt="2026-03-29T09:36:49.531" v="798" actId="478"/>
        <pc:sldMkLst>
          <pc:docMk/>
          <pc:sldMk cId="3202532678" sldId="262"/>
        </pc:sldMkLst>
        <pc:spChg chg="mod">
          <ac:chgData name="Rashi Sharma" userId="de7a16b86a2e3d70" providerId="LiveId" clId="{F2AEA104-23D0-4412-A75C-A4AE960D418D}" dt="2026-03-29T09:06:06.062" v="574" actId="20577"/>
          <ac:spMkLst>
            <pc:docMk/>
            <pc:sldMk cId="3202532678" sldId="262"/>
            <ac:spMk id="2" creationId="{8BB62477-8DB1-85A2-3EFC-E6878A37E12B}"/>
          </ac:spMkLst>
        </pc:spChg>
        <pc:spChg chg="mod">
          <ac:chgData name="Rashi Sharma" userId="de7a16b86a2e3d70" providerId="LiveId" clId="{F2AEA104-23D0-4412-A75C-A4AE960D418D}" dt="2026-03-29T09:06:19.153" v="579" actId="20577"/>
          <ac:spMkLst>
            <pc:docMk/>
            <pc:sldMk cId="3202532678" sldId="262"/>
            <ac:spMk id="3" creationId="{F493C19E-C8F2-DA8F-1C48-8871ABC9A9A9}"/>
          </ac:spMkLst>
        </pc:spChg>
        <pc:graphicFrameChg chg="add del mod modGraphic">
          <ac:chgData name="Rashi Sharma" userId="de7a16b86a2e3d70" providerId="LiveId" clId="{F2AEA104-23D0-4412-A75C-A4AE960D418D}" dt="2026-03-29T09:36:49.531" v="798" actId="478"/>
          <ac:graphicFrameMkLst>
            <pc:docMk/>
            <pc:sldMk cId="3202532678" sldId="262"/>
            <ac:graphicFrameMk id="4" creationId="{0C10F985-BDD0-50EE-FEE4-FC64B6F9CEC0}"/>
          </ac:graphicFrameMkLst>
        </pc:graphicFrameChg>
      </pc:sldChg>
      <pc:sldChg chg="addSp delSp modSp new del mod ord">
        <pc:chgData name="Rashi Sharma" userId="de7a16b86a2e3d70" providerId="LiveId" clId="{F2AEA104-23D0-4412-A75C-A4AE960D418D}" dt="2026-03-29T08:33:06.974" v="360" actId="47"/>
        <pc:sldMkLst>
          <pc:docMk/>
          <pc:sldMk cId="4030848032" sldId="263"/>
        </pc:sldMkLst>
        <pc:spChg chg="mod">
          <ac:chgData name="Rashi Sharma" userId="de7a16b86a2e3d70" providerId="LiveId" clId="{F2AEA104-23D0-4412-A75C-A4AE960D418D}" dt="2026-03-29T08:26:20.459" v="220" actId="20577"/>
          <ac:spMkLst>
            <pc:docMk/>
            <pc:sldMk cId="4030848032" sldId="263"/>
            <ac:spMk id="2" creationId="{8361219B-D50E-FF8C-3E94-CABC3F6676C4}"/>
          </ac:spMkLst>
        </pc:spChg>
        <pc:spChg chg="del">
          <ac:chgData name="Rashi Sharma" userId="de7a16b86a2e3d70" providerId="LiveId" clId="{F2AEA104-23D0-4412-A75C-A4AE960D418D}" dt="2026-03-29T08:21:28.105" v="22"/>
          <ac:spMkLst>
            <pc:docMk/>
            <pc:sldMk cId="4030848032" sldId="263"/>
            <ac:spMk id="3" creationId="{73002DB6-D2DF-5EE0-6B50-69D2C6FDAC65}"/>
          </ac:spMkLst>
        </pc:spChg>
        <pc:spChg chg="add del mod">
          <ac:chgData name="Rashi Sharma" userId="de7a16b86a2e3d70" providerId="LiveId" clId="{F2AEA104-23D0-4412-A75C-A4AE960D418D}" dt="2026-03-29T08:29:31.884" v="262" actId="478"/>
          <ac:spMkLst>
            <pc:docMk/>
            <pc:sldMk cId="4030848032" sldId="263"/>
            <ac:spMk id="4" creationId="{DDB21A8F-B4F0-2487-9A7A-093540E1D21F}"/>
          </ac:spMkLst>
        </pc:spChg>
        <pc:spChg chg="add mod">
          <ac:chgData name="Rashi Sharma" userId="de7a16b86a2e3d70" providerId="LiveId" clId="{F2AEA104-23D0-4412-A75C-A4AE960D418D}" dt="2026-03-29T08:29:31.572" v="261" actId="20577"/>
          <ac:spMkLst>
            <pc:docMk/>
            <pc:sldMk cId="4030848032" sldId="263"/>
            <ac:spMk id="5" creationId="{15CF1584-5D25-4FA3-C16C-7DAAF7AB1E22}"/>
          </ac:spMkLst>
        </pc:spChg>
        <pc:spChg chg="add del mod">
          <ac:chgData name="Rashi Sharma" userId="de7a16b86a2e3d70" providerId="LiveId" clId="{F2AEA104-23D0-4412-A75C-A4AE960D418D}" dt="2026-03-29T08:29:31.884" v="262" actId="478"/>
          <ac:spMkLst>
            <pc:docMk/>
            <pc:sldMk cId="4030848032" sldId="263"/>
            <ac:spMk id="7" creationId="{7D5F7B02-6D25-66DE-175C-9006FAED5D6D}"/>
          </ac:spMkLst>
        </pc:spChg>
      </pc:sldChg>
      <pc:sldChg chg="addSp delSp modSp new mod ord">
        <pc:chgData name="Rashi Sharma" userId="de7a16b86a2e3d70" providerId="LiveId" clId="{F2AEA104-23D0-4412-A75C-A4AE960D418D}" dt="2026-03-29T12:21:52.285" v="918"/>
        <pc:sldMkLst>
          <pc:docMk/>
          <pc:sldMk cId="2186206534" sldId="264"/>
        </pc:sldMkLst>
        <pc:spChg chg="mod">
          <ac:chgData name="Rashi Sharma" userId="de7a16b86a2e3d70" providerId="LiveId" clId="{F2AEA104-23D0-4412-A75C-A4AE960D418D}" dt="2026-03-29T08:33:04.687" v="359"/>
          <ac:spMkLst>
            <pc:docMk/>
            <pc:sldMk cId="2186206534" sldId="264"/>
            <ac:spMk id="2" creationId="{C0FE0649-7095-AAA4-0680-1DE36525E962}"/>
          </ac:spMkLst>
        </pc:spChg>
        <pc:spChg chg="del">
          <ac:chgData name="Rashi Sharma" userId="de7a16b86a2e3d70" providerId="LiveId" clId="{F2AEA104-23D0-4412-A75C-A4AE960D418D}" dt="2026-03-29T09:12:04.330" v="613" actId="478"/>
          <ac:spMkLst>
            <pc:docMk/>
            <pc:sldMk cId="2186206534" sldId="264"/>
            <ac:spMk id="3" creationId="{CBC8CC41-4C6B-2B6F-B008-C1A2465C8519}"/>
          </ac:spMkLst>
        </pc:spChg>
        <pc:graphicFrameChg chg="add mod modGraphic">
          <ac:chgData name="Rashi Sharma" userId="de7a16b86a2e3d70" providerId="LiveId" clId="{F2AEA104-23D0-4412-A75C-A4AE960D418D}" dt="2026-03-29T12:21:52.285" v="918"/>
          <ac:graphicFrameMkLst>
            <pc:docMk/>
            <pc:sldMk cId="2186206534" sldId="264"/>
            <ac:graphicFrameMk id="4" creationId="{F672E0B0-78AB-27B9-9477-FF1AFA6A99CC}"/>
          </ac:graphicFrameMkLst>
        </pc:graphicFrameChg>
      </pc:sldChg>
      <pc:sldChg chg="addSp delSp modSp new mod ord">
        <pc:chgData name="Rashi Sharma" userId="de7a16b86a2e3d70" providerId="LiveId" clId="{F2AEA104-23D0-4412-A75C-A4AE960D418D}" dt="2026-03-29T09:37:39.474" v="799" actId="207"/>
        <pc:sldMkLst>
          <pc:docMk/>
          <pc:sldMk cId="3784636602" sldId="265"/>
        </pc:sldMkLst>
        <pc:spChg chg="mod">
          <ac:chgData name="Rashi Sharma" userId="de7a16b86a2e3d70" providerId="LiveId" clId="{F2AEA104-23D0-4412-A75C-A4AE960D418D}" dt="2026-03-29T08:50:25.742" v="476" actId="1076"/>
          <ac:spMkLst>
            <pc:docMk/>
            <pc:sldMk cId="3784636602" sldId="265"/>
            <ac:spMk id="2" creationId="{9B37A3D7-B662-BC2A-DD0C-FFA7C5F33B9F}"/>
          </ac:spMkLst>
        </pc:spChg>
        <pc:spChg chg="del mod">
          <ac:chgData name="Rashi Sharma" userId="de7a16b86a2e3d70" providerId="LiveId" clId="{F2AEA104-23D0-4412-A75C-A4AE960D418D}" dt="2026-03-29T08:46:11.592" v="418" actId="478"/>
          <ac:spMkLst>
            <pc:docMk/>
            <pc:sldMk cId="3784636602" sldId="265"/>
            <ac:spMk id="3" creationId="{48568440-3699-9584-960B-0154784CEB29}"/>
          </ac:spMkLst>
        </pc:spChg>
        <pc:graphicFrameChg chg="add del mod modGraphic">
          <ac:chgData name="Rashi Sharma" userId="de7a16b86a2e3d70" providerId="LiveId" clId="{F2AEA104-23D0-4412-A75C-A4AE960D418D}" dt="2026-03-29T08:40:42.934" v="380" actId="478"/>
          <ac:graphicFrameMkLst>
            <pc:docMk/>
            <pc:sldMk cId="3784636602" sldId="265"/>
            <ac:graphicFrameMk id="4" creationId="{1C86E93A-1530-2009-FB1C-7080CDB712FE}"/>
          </ac:graphicFrameMkLst>
        </pc:graphicFrameChg>
        <pc:graphicFrameChg chg="add del mod modGraphic">
          <ac:chgData name="Rashi Sharma" userId="de7a16b86a2e3d70" providerId="LiveId" clId="{F2AEA104-23D0-4412-A75C-A4AE960D418D}" dt="2026-03-29T08:34:30.916" v="374" actId="478"/>
          <ac:graphicFrameMkLst>
            <pc:docMk/>
            <pc:sldMk cId="3784636602" sldId="265"/>
            <ac:graphicFrameMk id="4" creationId="{C3878974-AAA9-6001-117D-F25091FC9FC3}"/>
          </ac:graphicFrameMkLst>
        </pc:graphicFrameChg>
        <pc:graphicFrameChg chg="add del modGraphic">
          <ac:chgData name="Rashi Sharma" userId="de7a16b86a2e3d70" providerId="LiveId" clId="{F2AEA104-23D0-4412-A75C-A4AE960D418D}" dt="2026-03-29T08:42:49.695" v="388" actId="478"/>
          <ac:graphicFrameMkLst>
            <pc:docMk/>
            <pc:sldMk cId="3784636602" sldId="265"/>
            <ac:graphicFrameMk id="5" creationId="{2CD2F57A-2026-7DDD-12D0-A9E059FFA4DD}"/>
          </ac:graphicFrameMkLst>
        </pc:graphicFrameChg>
        <pc:graphicFrameChg chg="add mod modGraphic">
          <ac:chgData name="Rashi Sharma" userId="de7a16b86a2e3d70" providerId="LiveId" clId="{F2AEA104-23D0-4412-A75C-A4AE960D418D}" dt="2026-03-29T09:37:39.474" v="799" actId="207"/>
          <ac:graphicFrameMkLst>
            <pc:docMk/>
            <pc:sldMk cId="3784636602" sldId="265"/>
            <ac:graphicFrameMk id="6" creationId="{7893364C-F4CC-C655-692F-D0DE854354BB}"/>
          </ac:graphicFrameMkLst>
        </pc:graphicFrameChg>
      </pc:sldChg>
      <pc:sldChg chg="addSp delSp modSp new mod">
        <pc:chgData name="Rashi Sharma" userId="de7a16b86a2e3d70" providerId="LiveId" clId="{F2AEA104-23D0-4412-A75C-A4AE960D418D}" dt="2026-03-29T14:17:08.871" v="1204" actId="27918"/>
        <pc:sldMkLst>
          <pc:docMk/>
          <pc:sldMk cId="1854505034" sldId="266"/>
        </pc:sldMkLst>
        <pc:spChg chg="mod">
          <ac:chgData name="Rashi Sharma" userId="de7a16b86a2e3d70" providerId="LiveId" clId="{F2AEA104-23D0-4412-A75C-A4AE960D418D}" dt="2026-03-29T12:51:44.227" v="1081" actId="1076"/>
          <ac:spMkLst>
            <pc:docMk/>
            <pc:sldMk cId="1854505034" sldId="266"/>
            <ac:spMk id="2" creationId="{42D02239-D618-EF4E-E2D2-3A8BA0C46EF6}"/>
          </ac:spMkLst>
        </pc:spChg>
        <pc:spChg chg="add del mod">
          <ac:chgData name="Rashi Sharma" userId="de7a16b86a2e3d70" providerId="LiveId" clId="{F2AEA104-23D0-4412-A75C-A4AE960D418D}" dt="2026-03-29T12:26:02.289" v="1000" actId="478"/>
          <ac:spMkLst>
            <pc:docMk/>
            <pc:sldMk cId="1854505034" sldId="266"/>
            <ac:spMk id="3" creationId="{26428715-1C4F-EFCA-62B4-99051F75A5CA}"/>
          </ac:spMkLst>
        </pc:spChg>
        <pc:spChg chg="add del mod">
          <ac:chgData name="Rashi Sharma" userId="de7a16b86a2e3d70" providerId="LiveId" clId="{F2AEA104-23D0-4412-A75C-A4AE960D418D}" dt="2026-03-29T12:28:39.393" v="1022" actId="478"/>
          <ac:spMkLst>
            <pc:docMk/>
            <pc:sldMk cId="1854505034" sldId="266"/>
            <ac:spMk id="4" creationId="{0D07B420-47C4-057E-6ADD-2D12F0A5A4DA}"/>
          </ac:spMkLst>
        </pc:spChg>
        <pc:spChg chg="add del mod">
          <ac:chgData name="Rashi Sharma" userId="de7a16b86a2e3d70" providerId="LiveId" clId="{F2AEA104-23D0-4412-A75C-A4AE960D418D}" dt="2026-03-29T09:41:01.612" v="830" actId="478"/>
          <ac:spMkLst>
            <pc:docMk/>
            <pc:sldMk cId="1854505034" sldId="266"/>
            <ac:spMk id="6" creationId="{945A5EAA-2108-23F3-48C3-750BC15A975B}"/>
          </ac:spMkLst>
        </pc:spChg>
        <pc:spChg chg="add del mod">
          <ac:chgData name="Rashi Sharma" userId="de7a16b86a2e3d70" providerId="LiveId" clId="{F2AEA104-23D0-4412-A75C-A4AE960D418D}" dt="2026-03-29T12:28:36.482" v="1019" actId="478"/>
          <ac:spMkLst>
            <pc:docMk/>
            <pc:sldMk cId="1854505034" sldId="266"/>
            <ac:spMk id="6" creationId="{D8D78686-8CD9-FF65-5F26-12B4683FB820}"/>
          </ac:spMkLst>
        </pc:spChg>
        <pc:spChg chg="add del mod">
          <ac:chgData name="Rashi Sharma" userId="de7a16b86a2e3d70" providerId="LiveId" clId="{F2AEA104-23D0-4412-A75C-A4AE960D418D}" dt="2026-03-29T12:27:06.434" v="1009" actId="478"/>
          <ac:spMkLst>
            <pc:docMk/>
            <pc:sldMk cId="1854505034" sldId="266"/>
            <ac:spMk id="7" creationId="{CE6B9BC7-87B6-1FFF-ABD2-7D56F9AD1681}"/>
          </ac:spMkLst>
        </pc:spChg>
        <pc:spChg chg="add del mod">
          <ac:chgData name="Rashi Sharma" userId="de7a16b86a2e3d70" providerId="LiveId" clId="{F2AEA104-23D0-4412-A75C-A4AE960D418D}" dt="2026-03-29T12:28:36.497" v="1021"/>
          <ac:spMkLst>
            <pc:docMk/>
            <pc:sldMk cId="1854505034" sldId="266"/>
            <ac:spMk id="8" creationId="{E4D15FEC-7039-E2F6-5561-8DE8192FFF2F}"/>
          </ac:spMkLst>
        </pc:spChg>
        <pc:graphicFrameChg chg="add mod">
          <ac:chgData name="Rashi Sharma" userId="de7a16b86a2e3d70" providerId="LiveId" clId="{F2AEA104-23D0-4412-A75C-A4AE960D418D}" dt="2026-03-29T12:51:31.535" v="1079" actId="207"/>
          <ac:graphicFrameMkLst>
            <pc:docMk/>
            <pc:sldMk cId="1854505034" sldId="266"/>
            <ac:graphicFrameMk id="5" creationId="{69C0C5B6-36A3-D8A8-A946-BFE85C411B04}"/>
          </ac:graphicFrameMkLst>
        </pc:graphicFrameChg>
      </pc:sldChg>
      <pc:sldChg chg="new del">
        <pc:chgData name="Rashi Sharma" userId="de7a16b86a2e3d70" providerId="LiveId" clId="{F2AEA104-23D0-4412-A75C-A4AE960D418D}" dt="2026-03-29T09:14:51.872" v="634" actId="47"/>
        <pc:sldMkLst>
          <pc:docMk/>
          <pc:sldMk cId="4048357772" sldId="267"/>
        </pc:sldMkLst>
      </pc:sldChg>
      <pc:sldChg chg="addSp delSp modSp new add del mod ord">
        <pc:chgData name="Rashi Sharma" userId="de7a16b86a2e3d70" providerId="LiveId" clId="{F2AEA104-23D0-4412-A75C-A4AE960D418D}" dt="2026-03-29T13:56:15.473" v="1186" actId="208"/>
        <pc:sldMkLst>
          <pc:docMk/>
          <pc:sldMk cId="4099900903" sldId="267"/>
        </pc:sldMkLst>
        <pc:spChg chg="del">
          <ac:chgData name="Rashi Sharma" userId="de7a16b86a2e3d70" providerId="LiveId" clId="{F2AEA104-23D0-4412-A75C-A4AE960D418D}" dt="2026-03-29T09:20:24.741" v="665" actId="478"/>
          <ac:spMkLst>
            <pc:docMk/>
            <pc:sldMk cId="4099900903" sldId="267"/>
            <ac:spMk id="2" creationId="{7CEEC3A9-A160-1A84-B3F3-94FA66C2EE35}"/>
          </ac:spMkLst>
        </pc:spChg>
        <pc:spChg chg="del">
          <ac:chgData name="Rashi Sharma" userId="de7a16b86a2e3d70" providerId="LiveId" clId="{F2AEA104-23D0-4412-A75C-A4AE960D418D}" dt="2026-03-29T09:20:30.092" v="666" actId="478"/>
          <ac:spMkLst>
            <pc:docMk/>
            <pc:sldMk cId="4099900903" sldId="267"/>
            <ac:spMk id="3" creationId="{4F3C703B-42E5-CAA1-79D9-7288E7B2BFC9}"/>
          </ac:spMkLst>
        </pc:spChg>
        <pc:graphicFrameChg chg="add mod modGraphic">
          <ac:chgData name="Rashi Sharma" userId="de7a16b86a2e3d70" providerId="LiveId" clId="{F2AEA104-23D0-4412-A75C-A4AE960D418D}" dt="2026-03-29T13:56:10.906" v="1185" actId="208"/>
          <ac:graphicFrameMkLst>
            <pc:docMk/>
            <pc:sldMk cId="4099900903" sldId="267"/>
            <ac:graphicFrameMk id="4" creationId="{9506AB2B-0275-07B2-6862-EE9996DBFBCC}"/>
          </ac:graphicFrameMkLst>
        </pc:graphicFrameChg>
        <pc:graphicFrameChg chg="add mod modGraphic">
          <ac:chgData name="Rashi Sharma" userId="de7a16b86a2e3d70" providerId="LiveId" clId="{F2AEA104-23D0-4412-A75C-A4AE960D418D}" dt="2026-03-29T13:56:15.473" v="1186" actId="208"/>
          <ac:graphicFrameMkLst>
            <pc:docMk/>
            <pc:sldMk cId="4099900903" sldId="267"/>
            <ac:graphicFrameMk id="5" creationId="{E6B06B3B-24FD-4FF7-6D64-D3C2F65BE0F1}"/>
          </ac:graphicFrameMkLst>
        </pc:graphicFrameChg>
        <pc:graphicFrameChg chg="add del mod modGraphic">
          <ac:chgData name="Rashi Sharma" userId="de7a16b86a2e3d70" providerId="LiveId" clId="{F2AEA104-23D0-4412-A75C-A4AE960D418D}" dt="2026-03-29T13:51:34.016" v="1149" actId="478"/>
          <ac:graphicFrameMkLst>
            <pc:docMk/>
            <pc:sldMk cId="4099900903" sldId="267"/>
            <ac:graphicFrameMk id="6" creationId="{725F7067-0672-187E-49E8-4261799986A6}"/>
          </ac:graphicFrameMkLst>
        </pc:graphicFrameChg>
      </pc:sldChg>
      <pc:sldChg chg="addSp delSp modSp new mod">
        <pc:chgData name="Rashi Sharma" userId="de7a16b86a2e3d70" providerId="LiveId" clId="{F2AEA104-23D0-4412-A75C-A4AE960D418D}" dt="2026-03-29T12:18:53.574" v="904" actId="1076"/>
        <pc:sldMkLst>
          <pc:docMk/>
          <pc:sldMk cId="3143688305" sldId="268"/>
        </pc:sldMkLst>
        <pc:spChg chg="mod">
          <ac:chgData name="Rashi Sharma" userId="de7a16b86a2e3d70" providerId="LiveId" clId="{F2AEA104-23D0-4412-A75C-A4AE960D418D}" dt="2026-03-29T12:18:53.574" v="904" actId="1076"/>
          <ac:spMkLst>
            <pc:docMk/>
            <pc:sldMk cId="3143688305" sldId="268"/>
            <ac:spMk id="2" creationId="{73E76378-83CE-2898-846B-9DE5E06D6AC4}"/>
          </ac:spMkLst>
        </pc:spChg>
        <pc:spChg chg="del">
          <ac:chgData name="Rashi Sharma" userId="de7a16b86a2e3d70" providerId="LiveId" clId="{F2AEA104-23D0-4412-A75C-A4AE960D418D}" dt="2026-03-29T12:16:30.311" v="877"/>
          <ac:spMkLst>
            <pc:docMk/>
            <pc:sldMk cId="3143688305" sldId="268"/>
            <ac:spMk id="3" creationId="{47DF7513-E576-663D-38C6-14ECC728CF23}"/>
          </ac:spMkLst>
        </pc:spChg>
        <pc:spChg chg="add mod">
          <ac:chgData name="Rashi Sharma" userId="de7a16b86a2e3d70" providerId="LiveId" clId="{F2AEA104-23D0-4412-A75C-A4AE960D418D}" dt="2026-03-29T12:18:30.006" v="902" actId="5793"/>
          <ac:spMkLst>
            <pc:docMk/>
            <pc:sldMk cId="3143688305" sldId="268"/>
            <ac:spMk id="4" creationId="{CB06D7B5-5560-61C1-18DD-BFB2CA8BA4E9}"/>
          </ac:spMkLst>
        </pc:spChg>
      </pc:sldChg>
      <pc:sldChg chg="addSp delSp modSp new del mod">
        <pc:chgData name="Rashi Sharma" userId="de7a16b86a2e3d70" providerId="LiveId" clId="{F2AEA104-23D0-4412-A75C-A4AE960D418D}" dt="2026-03-29T12:57:26.814" v="1120" actId="47"/>
        <pc:sldMkLst>
          <pc:docMk/>
          <pc:sldMk cId="437961949" sldId="269"/>
        </pc:sldMkLst>
        <pc:spChg chg="del">
          <ac:chgData name="Rashi Sharma" userId="de7a16b86a2e3d70" providerId="LiveId" clId="{F2AEA104-23D0-4412-A75C-A4AE960D418D}" dt="2026-03-29T12:54:38.677" v="1095" actId="478"/>
          <ac:spMkLst>
            <pc:docMk/>
            <pc:sldMk cId="437961949" sldId="269"/>
            <ac:spMk id="2" creationId="{D826AB7D-9134-B8B0-B8DD-8AB614129794}"/>
          </ac:spMkLst>
        </pc:spChg>
        <pc:graphicFrameChg chg="add mod">
          <ac:chgData name="Rashi Sharma" userId="de7a16b86a2e3d70" providerId="LiveId" clId="{F2AEA104-23D0-4412-A75C-A4AE960D418D}" dt="2026-03-29T12:57:22.995" v="1119" actId="14100"/>
          <ac:graphicFrameMkLst>
            <pc:docMk/>
            <pc:sldMk cId="437961949" sldId="269"/>
            <ac:graphicFrameMk id="5" creationId="{1F73746F-0412-D1CB-53AF-BFC7DAE19C97}"/>
          </ac:graphicFrameMkLst>
        </pc:graphicFrameChg>
      </pc:sldChg>
      <pc:sldMasterChg chg="delSldLayout">
        <pc:chgData name="Rashi Sharma" userId="de7a16b86a2e3d70" providerId="LiveId" clId="{F2AEA104-23D0-4412-A75C-A4AE960D418D}" dt="2026-03-29T08:33:06.974" v="360" actId="47"/>
        <pc:sldMasterMkLst>
          <pc:docMk/>
          <pc:sldMasterMk cId="0" sldId="2147483648"/>
        </pc:sldMasterMkLst>
        <pc:sldLayoutChg chg="del">
          <pc:chgData name="Rashi Sharma" userId="de7a16b86a2e3d70" providerId="LiveId" clId="{F2AEA104-23D0-4412-A75C-A4AE960D418D}" dt="2026-03-29T08:33:06.974" v="36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none" spc="0" normalizeH="0" baseline="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pPr>
            <a:r>
              <a:rPr lang="en-US"/>
              <a:t>Top Barriers to MWBE Growth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none" spc="0" normalizeH="0" baseline="0">
              <a:solidFill>
                <a:schemeClr val="tx1"/>
              </a:solidFill>
              <a:latin typeface="Georgia" panose="02040502050405020303" pitchFamily="18" charset="0"/>
              <a:ea typeface="+mj-ea"/>
              <a:cs typeface="+mj-cs"/>
            </a:defRPr>
          </a:pPr>
          <a:endParaRPr lang="en-IN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Strongly Disagree</c:v>
                </c:pt>
              </c:strCache>
            </c:strRef>
          </c:tx>
          <c:spPr>
            <a:solidFill>
              <a:srgbClr val="4A41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Financing</c:v>
                </c:pt>
                <c:pt idx="1">
                  <c:v>Access</c:v>
                </c:pt>
                <c:pt idx="2">
                  <c:v>Procrutment Complexity</c:v>
                </c:pt>
                <c:pt idx="3">
                  <c:v>Bias</c:v>
                </c:pt>
                <c:pt idx="4">
                  <c:v>Diversity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32</c:v>
                </c:pt>
                <c:pt idx="2">
                  <c:v>7</c:v>
                </c:pt>
                <c:pt idx="3">
                  <c:v>0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36-4951-90EA-6A073F67E6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Disagree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Financing</c:v>
                </c:pt>
                <c:pt idx="1">
                  <c:v>Access</c:v>
                </c:pt>
                <c:pt idx="2">
                  <c:v>Procrutment Complexity</c:v>
                </c:pt>
                <c:pt idx="3">
                  <c:v>Bias</c:v>
                </c:pt>
                <c:pt idx="4">
                  <c:v>Diversity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</c:v>
                </c:pt>
                <c:pt idx="1">
                  <c:v>31</c:v>
                </c:pt>
                <c:pt idx="2">
                  <c:v>18</c:v>
                </c:pt>
                <c:pt idx="3">
                  <c:v>4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36-4951-90EA-6A073F67E6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Neither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Financing</c:v>
                </c:pt>
                <c:pt idx="1">
                  <c:v>Access</c:v>
                </c:pt>
                <c:pt idx="2">
                  <c:v>Procrutment Complexity</c:v>
                </c:pt>
                <c:pt idx="3">
                  <c:v>Bias</c:v>
                </c:pt>
                <c:pt idx="4">
                  <c:v>Diversity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12</c:v>
                </c:pt>
                <c:pt idx="3">
                  <c:v>2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36-4951-90EA-6A073F67E6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Agree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Financing</c:v>
                </c:pt>
                <c:pt idx="1">
                  <c:v>Access</c:v>
                </c:pt>
                <c:pt idx="2">
                  <c:v>Procrutment Complexity</c:v>
                </c:pt>
                <c:pt idx="3">
                  <c:v>Bias</c:v>
                </c:pt>
                <c:pt idx="4">
                  <c:v>Diversity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</c:v>
                </c:pt>
                <c:pt idx="1">
                  <c:v>21</c:v>
                </c:pt>
                <c:pt idx="2">
                  <c:v>28</c:v>
                </c:pt>
                <c:pt idx="3">
                  <c:v>26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C-4AC6-A898-3A7488E9B1C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Strongly Agree</c:v>
                </c:pt>
              </c:strCache>
            </c:strRef>
          </c:tx>
          <c:spPr>
            <a:solidFill>
              <a:srgbClr val="00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Financing</c:v>
                </c:pt>
                <c:pt idx="1">
                  <c:v>Access</c:v>
                </c:pt>
                <c:pt idx="2">
                  <c:v>Procrutment Complexity</c:v>
                </c:pt>
                <c:pt idx="3">
                  <c:v>Bias</c:v>
                </c:pt>
                <c:pt idx="4">
                  <c:v>Diversity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</c:v>
                </c:pt>
                <c:pt idx="1">
                  <c:v>11</c:v>
                </c:pt>
                <c:pt idx="2">
                  <c:v>35</c:v>
                </c:pt>
                <c:pt idx="3">
                  <c:v>68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DC-4AC6-A898-3A7488E9B1C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80042656"/>
        <c:axId val="1091839488"/>
      </c:barChart>
      <c:catAx>
        <c:axId val="680042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none" spc="0" normalizeH="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1091839488"/>
        <c:crosses val="autoZero"/>
        <c:auto val="1"/>
        <c:lblAlgn val="ctr"/>
        <c:lblOffset val="100"/>
        <c:noMultiLvlLbl val="0"/>
      </c:catAx>
      <c:valAx>
        <c:axId val="1091839488"/>
        <c:scaling>
          <c:orientation val="minMax"/>
          <c:max val="8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68004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  <a:latin typeface="Georgia" panose="02040502050405020303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88A6F-1256-4F3C-B61D-41E7B8182832}" type="doc">
      <dgm:prSet loTypeId="urn:microsoft.com/office/officeart/2005/8/layout/equation2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8EB9EFF-FD21-4560-A0B2-0909B3609FCC}">
      <dgm:prSet phldrT="[Text]" custT="1"/>
      <dgm:spPr/>
      <dgm:t>
        <a:bodyPr/>
        <a:lstStyle/>
        <a:p>
          <a:pPr>
            <a:buNone/>
          </a:pPr>
          <a:r>
            <a:rPr lang="en-IN" sz="1500" b="1" dirty="0">
              <a:latin typeface="Georgia" panose="02040502050405020303" pitchFamily="18" charset="0"/>
            </a:rPr>
            <a:t>Limited Access to Buyers</a:t>
          </a:r>
          <a:r>
            <a:rPr lang="en-IN" sz="1500" dirty="0">
              <a:latin typeface="Georgia" panose="02040502050405020303" pitchFamily="18" charset="0"/>
            </a:rPr>
            <a:t> </a:t>
          </a:r>
        </a:p>
      </dgm:t>
    </dgm:pt>
    <dgm:pt modelId="{B0677941-1D37-47E5-8C5D-8F00C8457C51}" type="parTrans" cxnId="{1D692869-B2A1-4A7E-8DCA-70B0AF86F6C6}">
      <dgm:prSet/>
      <dgm:spPr/>
      <dgm:t>
        <a:bodyPr/>
        <a:lstStyle/>
        <a:p>
          <a:endParaRPr lang="en-IN"/>
        </a:p>
      </dgm:t>
    </dgm:pt>
    <dgm:pt modelId="{9175CAF9-6B37-4EEA-99D3-DA73CDC1F1D0}" type="sibTrans" cxnId="{1D692869-B2A1-4A7E-8DCA-70B0AF86F6C6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43F8D9C2-F12E-4401-9769-43C10FA37307}">
      <dgm:prSet phldrT="[Text]" custT="1"/>
      <dgm:spPr>
        <a:ln>
          <a:solidFill>
            <a:srgbClr val="4D3E21"/>
          </a:solidFill>
        </a:ln>
      </dgm:spPr>
      <dgm:t>
        <a:bodyPr/>
        <a:lstStyle/>
        <a:p>
          <a:pPr>
            <a:buNone/>
          </a:pPr>
          <a:r>
            <a:rPr lang="en-IN" sz="1600" b="1" dirty="0">
              <a:latin typeface="Georgia" panose="02040502050405020303" pitchFamily="18" charset="0"/>
            </a:rPr>
            <a:t>Complex Procurement Processes</a:t>
          </a:r>
        </a:p>
      </dgm:t>
    </dgm:pt>
    <dgm:pt modelId="{A6E7146C-7A28-40EA-8C6F-466BACB94F52}" type="parTrans" cxnId="{7E01EF1C-523C-4AFA-B1A2-2FCD00B3CA2B}">
      <dgm:prSet/>
      <dgm:spPr/>
      <dgm:t>
        <a:bodyPr/>
        <a:lstStyle/>
        <a:p>
          <a:endParaRPr lang="en-IN"/>
        </a:p>
      </dgm:t>
    </dgm:pt>
    <dgm:pt modelId="{013450F3-546E-4246-94DF-6F1C998B8227}" type="sibTrans" cxnId="{7E01EF1C-523C-4AFA-B1A2-2FCD00B3CA2B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5A47D2A1-4167-4AA6-B25C-4778B4469F02}">
      <dgm:prSet phldrT="[Text]"/>
      <dgm:spPr>
        <a:ln>
          <a:solidFill>
            <a:srgbClr val="4D3E21"/>
          </a:solidFill>
        </a:ln>
      </dgm:spPr>
      <dgm:t>
        <a:bodyPr/>
        <a:lstStyle/>
        <a:p>
          <a:pPr>
            <a:buNone/>
          </a:pPr>
          <a:r>
            <a:rPr lang="en-IN" b="1" dirty="0">
              <a:latin typeface="Georgia" panose="02040502050405020303" pitchFamily="18" charset="0"/>
            </a:rPr>
            <a:t>Financing Constraints</a:t>
          </a:r>
          <a:endParaRPr lang="en-IN" dirty="0">
            <a:latin typeface="Georgia" panose="02040502050405020303" pitchFamily="18" charset="0"/>
          </a:endParaRPr>
        </a:p>
      </dgm:t>
    </dgm:pt>
    <dgm:pt modelId="{8F451D31-88E4-4BDE-A03B-79BE5623102F}" type="parTrans" cxnId="{2D1A5226-9067-4DEB-BE94-054BF16D0E57}">
      <dgm:prSet/>
      <dgm:spPr/>
      <dgm:t>
        <a:bodyPr/>
        <a:lstStyle/>
        <a:p>
          <a:endParaRPr lang="en-IN"/>
        </a:p>
      </dgm:t>
    </dgm:pt>
    <dgm:pt modelId="{3AED2D95-0BAE-4779-85BA-DE8A4F49463A}" type="sibTrans" cxnId="{2D1A5226-9067-4DEB-BE94-054BF16D0E57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90D0FD73-F790-48AE-A467-CD59D734384D}">
      <dgm:prSet phldrT="[Text]" phldr="0"/>
      <dgm:spPr>
        <a:solidFill>
          <a:srgbClr val="006600"/>
        </a:solidFill>
        <a:ln>
          <a:solidFill>
            <a:srgbClr val="261F10"/>
          </a:solidFill>
        </a:ln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Problems</a:t>
          </a:r>
          <a:endParaRPr lang="en-IN" dirty="0">
            <a:latin typeface="Georgia" panose="02040502050405020303" pitchFamily="18" charset="0"/>
          </a:endParaRPr>
        </a:p>
      </dgm:t>
    </dgm:pt>
    <dgm:pt modelId="{5B9FF138-73DE-4EDF-98C9-D5C75C7F1EF5}" type="parTrans" cxnId="{EF0B7837-49BA-465B-B8F1-24709FFCBEA7}">
      <dgm:prSet/>
      <dgm:spPr/>
      <dgm:t>
        <a:bodyPr/>
        <a:lstStyle/>
        <a:p>
          <a:endParaRPr lang="en-IN"/>
        </a:p>
      </dgm:t>
    </dgm:pt>
    <dgm:pt modelId="{825A27F3-319C-4834-9E79-892F937A2725}" type="sibTrans" cxnId="{EF0B7837-49BA-465B-B8F1-24709FFCBEA7}">
      <dgm:prSet/>
      <dgm:spPr/>
      <dgm:t>
        <a:bodyPr/>
        <a:lstStyle/>
        <a:p>
          <a:endParaRPr lang="en-IN"/>
        </a:p>
      </dgm:t>
    </dgm:pt>
    <dgm:pt modelId="{52A9B6AE-CA1A-4D35-B26C-FCD3513C64BB}" type="pres">
      <dgm:prSet presAssocID="{7E088A6F-1256-4F3C-B61D-41E7B8182832}" presName="Name0" presStyleCnt="0">
        <dgm:presLayoutVars>
          <dgm:dir/>
          <dgm:resizeHandles val="exact"/>
        </dgm:presLayoutVars>
      </dgm:prSet>
      <dgm:spPr/>
    </dgm:pt>
    <dgm:pt modelId="{8ED13429-09B4-43E4-98F6-50619D770841}" type="pres">
      <dgm:prSet presAssocID="{7E088A6F-1256-4F3C-B61D-41E7B8182832}" presName="vNodes" presStyleCnt="0"/>
      <dgm:spPr/>
    </dgm:pt>
    <dgm:pt modelId="{DD97E315-9D9C-405C-ACD4-D75B0D1AE6B2}" type="pres">
      <dgm:prSet presAssocID="{A8EB9EFF-FD21-4560-A0B2-0909B3609FCC}" presName="node" presStyleLbl="node1" presStyleIdx="0" presStyleCnt="4" custScaleX="186412" custScaleY="133528">
        <dgm:presLayoutVars>
          <dgm:bulletEnabled val="1"/>
        </dgm:presLayoutVars>
      </dgm:prSet>
      <dgm:spPr/>
    </dgm:pt>
    <dgm:pt modelId="{6ECBBBBD-2A07-4A63-8886-405F3D8083DA}" type="pres">
      <dgm:prSet presAssocID="{9175CAF9-6B37-4EEA-99D3-DA73CDC1F1D0}" presName="spacerT" presStyleCnt="0"/>
      <dgm:spPr/>
    </dgm:pt>
    <dgm:pt modelId="{7EC743C5-F38B-42AD-8B0E-602F67C2E285}" type="pres">
      <dgm:prSet presAssocID="{9175CAF9-6B37-4EEA-99D3-DA73CDC1F1D0}" presName="sibTrans" presStyleLbl="sibTrans2D1" presStyleIdx="0" presStyleCnt="3"/>
      <dgm:spPr/>
    </dgm:pt>
    <dgm:pt modelId="{7AF870C1-AF84-43A6-AA15-DC26C4E08C19}" type="pres">
      <dgm:prSet presAssocID="{9175CAF9-6B37-4EEA-99D3-DA73CDC1F1D0}" presName="spacerB" presStyleCnt="0"/>
      <dgm:spPr/>
    </dgm:pt>
    <dgm:pt modelId="{BF09806B-65CE-4B71-B11F-112D5F80103D}" type="pres">
      <dgm:prSet presAssocID="{43F8D9C2-F12E-4401-9769-43C10FA37307}" presName="node" presStyleLbl="node1" presStyleIdx="1" presStyleCnt="4" custScaleX="194182" custScaleY="149085">
        <dgm:presLayoutVars>
          <dgm:bulletEnabled val="1"/>
        </dgm:presLayoutVars>
      </dgm:prSet>
      <dgm:spPr/>
    </dgm:pt>
    <dgm:pt modelId="{50E7606C-BF34-432F-9DB6-C45D74C993D1}" type="pres">
      <dgm:prSet presAssocID="{013450F3-546E-4246-94DF-6F1C998B8227}" presName="spacerT" presStyleCnt="0"/>
      <dgm:spPr/>
    </dgm:pt>
    <dgm:pt modelId="{913C357C-B262-40CA-8609-3C8CA6772A34}" type="pres">
      <dgm:prSet presAssocID="{013450F3-546E-4246-94DF-6F1C998B8227}" presName="sibTrans" presStyleLbl="sibTrans2D1" presStyleIdx="1" presStyleCnt="3"/>
      <dgm:spPr/>
    </dgm:pt>
    <dgm:pt modelId="{F45BB38E-11BA-42B4-8205-E6B6B07707BC}" type="pres">
      <dgm:prSet presAssocID="{013450F3-546E-4246-94DF-6F1C998B8227}" presName="spacerB" presStyleCnt="0"/>
      <dgm:spPr/>
    </dgm:pt>
    <dgm:pt modelId="{0509EF07-A6AA-41BC-9EF9-780533268613}" type="pres">
      <dgm:prSet presAssocID="{5A47D2A1-4167-4AA6-B25C-4778B4469F02}" presName="node" presStyleLbl="node1" presStyleIdx="2" presStyleCnt="4" custScaleX="218449" custScaleY="159258">
        <dgm:presLayoutVars>
          <dgm:bulletEnabled val="1"/>
        </dgm:presLayoutVars>
      </dgm:prSet>
      <dgm:spPr/>
    </dgm:pt>
    <dgm:pt modelId="{2480DF83-8F51-41AB-A428-881D0FE69340}" type="pres">
      <dgm:prSet presAssocID="{7E088A6F-1256-4F3C-B61D-41E7B8182832}" presName="sibTransLast" presStyleLbl="sibTrans2D1" presStyleIdx="2" presStyleCnt="3"/>
      <dgm:spPr/>
    </dgm:pt>
    <dgm:pt modelId="{FA846439-2FC2-4B25-945C-4C22391049D0}" type="pres">
      <dgm:prSet presAssocID="{7E088A6F-1256-4F3C-B61D-41E7B8182832}" presName="connectorText" presStyleLbl="sibTrans2D1" presStyleIdx="2" presStyleCnt="3"/>
      <dgm:spPr/>
    </dgm:pt>
    <dgm:pt modelId="{DC3098BE-6FC8-4F01-B170-DAF4A291BA83}" type="pres">
      <dgm:prSet presAssocID="{7E088A6F-1256-4F3C-B61D-41E7B8182832}" presName="lastNode" presStyleLbl="node1" presStyleIdx="3" presStyleCnt="4">
        <dgm:presLayoutVars>
          <dgm:bulletEnabled val="1"/>
        </dgm:presLayoutVars>
      </dgm:prSet>
      <dgm:spPr/>
    </dgm:pt>
  </dgm:ptLst>
  <dgm:cxnLst>
    <dgm:cxn modelId="{7E01EF1C-523C-4AFA-B1A2-2FCD00B3CA2B}" srcId="{7E088A6F-1256-4F3C-B61D-41E7B8182832}" destId="{43F8D9C2-F12E-4401-9769-43C10FA37307}" srcOrd="1" destOrd="0" parTransId="{A6E7146C-7A28-40EA-8C6F-466BACB94F52}" sibTransId="{013450F3-546E-4246-94DF-6F1C998B8227}"/>
    <dgm:cxn modelId="{2D1A5226-9067-4DEB-BE94-054BF16D0E57}" srcId="{7E088A6F-1256-4F3C-B61D-41E7B8182832}" destId="{5A47D2A1-4167-4AA6-B25C-4778B4469F02}" srcOrd="2" destOrd="0" parTransId="{8F451D31-88E4-4BDE-A03B-79BE5623102F}" sibTransId="{3AED2D95-0BAE-4779-85BA-DE8A4F49463A}"/>
    <dgm:cxn modelId="{EF0B7837-49BA-465B-B8F1-24709FFCBEA7}" srcId="{7E088A6F-1256-4F3C-B61D-41E7B8182832}" destId="{90D0FD73-F790-48AE-A467-CD59D734384D}" srcOrd="3" destOrd="0" parTransId="{5B9FF138-73DE-4EDF-98C9-D5C75C7F1EF5}" sibTransId="{825A27F3-319C-4834-9E79-892F937A2725}"/>
    <dgm:cxn modelId="{1D692869-B2A1-4A7E-8DCA-70B0AF86F6C6}" srcId="{7E088A6F-1256-4F3C-B61D-41E7B8182832}" destId="{A8EB9EFF-FD21-4560-A0B2-0909B3609FCC}" srcOrd="0" destOrd="0" parTransId="{B0677941-1D37-47E5-8C5D-8F00C8457C51}" sibTransId="{9175CAF9-6B37-4EEA-99D3-DA73CDC1F1D0}"/>
    <dgm:cxn modelId="{CFBC785A-3D71-4CCD-B6A3-B00FBFA4EECE}" type="presOf" srcId="{7E088A6F-1256-4F3C-B61D-41E7B8182832}" destId="{52A9B6AE-CA1A-4D35-B26C-FCD3513C64BB}" srcOrd="0" destOrd="0" presId="urn:microsoft.com/office/officeart/2005/8/layout/equation2"/>
    <dgm:cxn modelId="{4B3D3F83-1859-4F72-9BAE-5CC640986AC7}" type="presOf" srcId="{9175CAF9-6B37-4EEA-99D3-DA73CDC1F1D0}" destId="{7EC743C5-F38B-42AD-8B0E-602F67C2E285}" srcOrd="0" destOrd="0" presId="urn:microsoft.com/office/officeart/2005/8/layout/equation2"/>
    <dgm:cxn modelId="{95156E85-65E2-47B9-A5C6-A6C53DBD5BE0}" type="presOf" srcId="{013450F3-546E-4246-94DF-6F1C998B8227}" destId="{913C357C-B262-40CA-8609-3C8CA6772A34}" srcOrd="0" destOrd="0" presId="urn:microsoft.com/office/officeart/2005/8/layout/equation2"/>
    <dgm:cxn modelId="{26911B98-E04D-46DB-9F51-7A2E344552BA}" type="presOf" srcId="{3AED2D95-0BAE-4779-85BA-DE8A4F49463A}" destId="{2480DF83-8F51-41AB-A428-881D0FE69340}" srcOrd="0" destOrd="0" presId="urn:microsoft.com/office/officeart/2005/8/layout/equation2"/>
    <dgm:cxn modelId="{A62E62A0-EC68-4192-8F73-B28177D40F3F}" type="presOf" srcId="{3AED2D95-0BAE-4779-85BA-DE8A4F49463A}" destId="{FA846439-2FC2-4B25-945C-4C22391049D0}" srcOrd="1" destOrd="0" presId="urn:microsoft.com/office/officeart/2005/8/layout/equation2"/>
    <dgm:cxn modelId="{691133D8-1FA3-4C45-9F0A-F8B0559CB02F}" type="presOf" srcId="{43F8D9C2-F12E-4401-9769-43C10FA37307}" destId="{BF09806B-65CE-4B71-B11F-112D5F80103D}" srcOrd="0" destOrd="0" presId="urn:microsoft.com/office/officeart/2005/8/layout/equation2"/>
    <dgm:cxn modelId="{F7F477E2-10CD-468A-BCDB-8B7276AB0028}" type="presOf" srcId="{90D0FD73-F790-48AE-A467-CD59D734384D}" destId="{DC3098BE-6FC8-4F01-B170-DAF4A291BA83}" srcOrd="0" destOrd="0" presId="urn:microsoft.com/office/officeart/2005/8/layout/equation2"/>
    <dgm:cxn modelId="{6A8832EA-B0D7-4151-AA2C-6F0750799D8E}" type="presOf" srcId="{A8EB9EFF-FD21-4560-A0B2-0909B3609FCC}" destId="{DD97E315-9D9C-405C-ACD4-D75B0D1AE6B2}" srcOrd="0" destOrd="0" presId="urn:microsoft.com/office/officeart/2005/8/layout/equation2"/>
    <dgm:cxn modelId="{18F64EEA-700C-4FDA-B6E7-13E05E1BBD6C}" type="presOf" srcId="{5A47D2A1-4167-4AA6-B25C-4778B4469F02}" destId="{0509EF07-A6AA-41BC-9EF9-780533268613}" srcOrd="0" destOrd="0" presId="urn:microsoft.com/office/officeart/2005/8/layout/equation2"/>
    <dgm:cxn modelId="{45A99517-EB87-42B1-AD15-9527DC4CA62B}" type="presParOf" srcId="{52A9B6AE-CA1A-4D35-B26C-FCD3513C64BB}" destId="{8ED13429-09B4-43E4-98F6-50619D770841}" srcOrd="0" destOrd="0" presId="urn:microsoft.com/office/officeart/2005/8/layout/equation2"/>
    <dgm:cxn modelId="{52B4EE40-6EB6-42F9-85F0-9104E52E5A17}" type="presParOf" srcId="{8ED13429-09B4-43E4-98F6-50619D770841}" destId="{DD97E315-9D9C-405C-ACD4-D75B0D1AE6B2}" srcOrd="0" destOrd="0" presId="urn:microsoft.com/office/officeart/2005/8/layout/equation2"/>
    <dgm:cxn modelId="{D3A51CEF-EAB8-491F-B25D-E0FF6A931B54}" type="presParOf" srcId="{8ED13429-09B4-43E4-98F6-50619D770841}" destId="{6ECBBBBD-2A07-4A63-8886-405F3D8083DA}" srcOrd="1" destOrd="0" presId="urn:microsoft.com/office/officeart/2005/8/layout/equation2"/>
    <dgm:cxn modelId="{55A92E35-041F-46DE-81C7-75A2402FD50E}" type="presParOf" srcId="{8ED13429-09B4-43E4-98F6-50619D770841}" destId="{7EC743C5-F38B-42AD-8B0E-602F67C2E285}" srcOrd="2" destOrd="0" presId="urn:microsoft.com/office/officeart/2005/8/layout/equation2"/>
    <dgm:cxn modelId="{7BC6D67A-CCE1-4D85-B0C7-CC8DC5060967}" type="presParOf" srcId="{8ED13429-09B4-43E4-98F6-50619D770841}" destId="{7AF870C1-AF84-43A6-AA15-DC26C4E08C19}" srcOrd="3" destOrd="0" presId="urn:microsoft.com/office/officeart/2005/8/layout/equation2"/>
    <dgm:cxn modelId="{B33DE822-ACE0-41B5-B119-AFF7E79989F4}" type="presParOf" srcId="{8ED13429-09B4-43E4-98F6-50619D770841}" destId="{BF09806B-65CE-4B71-B11F-112D5F80103D}" srcOrd="4" destOrd="0" presId="urn:microsoft.com/office/officeart/2005/8/layout/equation2"/>
    <dgm:cxn modelId="{E13CDB06-31C7-4ECA-9A25-CF1F7280FF90}" type="presParOf" srcId="{8ED13429-09B4-43E4-98F6-50619D770841}" destId="{50E7606C-BF34-432F-9DB6-C45D74C993D1}" srcOrd="5" destOrd="0" presId="urn:microsoft.com/office/officeart/2005/8/layout/equation2"/>
    <dgm:cxn modelId="{9F5628FF-6C3D-4F9E-AC3C-FD4E821A850A}" type="presParOf" srcId="{8ED13429-09B4-43E4-98F6-50619D770841}" destId="{913C357C-B262-40CA-8609-3C8CA6772A34}" srcOrd="6" destOrd="0" presId="urn:microsoft.com/office/officeart/2005/8/layout/equation2"/>
    <dgm:cxn modelId="{B28073BA-0B59-4AE7-A80D-D34C9990E9C8}" type="presParOf" srcId="{8ED13429-09B4-43E4-98F6-50619D770841}" destId="{F45BB38E-11BA-42B4-8205-E6B6B07707BC}" srcOrd="7" destOrd="0" presId="urn:microsoft.com/office/officeart/2005/8/layout/equation2"/>
    <dgm:cxn modelId="{AAD014FF-E9F2-4A78-859D-553B5F14621C}" type="presParOf" srcId="{8ED13429-09B4-43E4-98F6-50619D770841}" destId="{0509EF07-A6AA-41BC-9EF9-780533268613}" srcOrd="8" destOrd="0" presId="urn:microsoft.com/office/officeart/2005/8/layout/equation2"/>
    <dgm:cxn modelId="{BE594D65-A4D2-494D-8AAF-2007C3019090}" type="presParOf" srcId="{52A9B6AE-CA1A-4D35-B26C-FCD3513C64BB}" destId="{2480DF83-8F51-41AB-A428-881D0FE69340}" srcOrd="1" destOrd="0" presId="urn:microsoft.com/office/officeart/2005/8/layout/equation2"/>
    <dgm:cxn modelId="{F9E16491-CCB2-469B-B119-C0D7E3CF1931}" type="presParOf" srcId="{2480DF83-8F51-41AB-A428-881D0FE69340}" destId="{FA846439-2FC2-4B25-945C-4C22391049D0}" srcOrd="0" destOrd="0" presId="urn:microsoft.com/office/officeart/2005/8/layout/equation2"/>
    <dgm:cxn modelId="{1A2EFB8A-2340-4E13-BD3A-2260F3BA7AD7}" type="presParOf" srcId="{52A9B6AE-CA1A-4D35-B26C-FCD3513C64BB}" destId="{DC3098BE-6FC8-4F01-B170-DAF4A291BA83}" srcOrd="2" destOrd="0" presId="urn:microsoft.com/office/officeart/2005/8/layout/equation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088A6F-1256-4F3C-B61D-41E7B8182832}" type="doc">
      <dgm:prSet loTypeId="urn:microsoft.com/office/officeart/2005/8/layout/equation2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8EB9EFF-FD21-4560-A0B2-0909B3609FCC}">
      <dgm:prSet phldrT="[Text]" custT="1"/>
      <dgm:spPr>
        <a:solidFill>
          <a:srgbClr val="FFC000"/>
        </a:solidFill>
        <a:ln>
          <a:solidFill>
            <a:srgbClr val="4D3E21"/>
          </a:solidFill>
        </a:ln>
      </dgm:spPr>
      <dgm:t>
        <a:bodyPr/>
        <a:lstStyle/>
        <a:p>
          <a:pPr>
            <a:buNone/>
          </a:pPr>
          <a:r>
            <a:rPr lang="en-IN" sz="1600" b="1" dirty="0">
              <a:latin typeface="Georgia" panose="02040502050405020303" pitchFamily="18" charset="0"/>
            </a:rPr>
            <a:t>Low MWBE participation</a:t>
          </a:r>
        </a:p>
      </dgm:t>
    </dgm:pt>
    <dgm:pt modelId="{B0677941-1D37-47E5-8C5D-8F00C8457C51}" type="parTrans" cxnId="{1D692869-B2A1-4A7E-8DCA-70B0AF86F6C6}">
      <dgm:prSet/>
      <dgm:spPr/>
      <dgm:t>
        <a:bodyPr/>
        <a:lstStyle/>
        <a:p>
          <a:endParaRPr lang="en-IN"/>
        </a:p>
      </dgm:t>
    </dgm:pt>
    <dgm:pt modelId="{9175CAF9-6B37-4EEA-99D3-DA73CDC1F1D0}" type="sibTrans" cxnId="{1D692869-B2A1-4A7E-8DCA-70B0AF86F6C6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43F8D9C2-F12E-4401-9769-43C10FA37307}">
      <dgm:prSet phldrT="[Text]" custT="1"/>
      <dgm:spPr>
        <a:solidFill>
          <a:schemeClr val="bg1">
            <a:lumMod val="65000"/>
          </a:schemeClr>
        </a:solidFill>
        <a:ln>
          <a:solidFill>
            <a:srgbClr val="4D3E21"/>
          </a:solidFill>
        </a:ln>
      </dgm:spPr>
      <dgm:t>
        <a:bodyPr/>
        <a:lstStyle/>
        <a:p>
          <a:pPr>
            <a:buNone/>
          </a:pPr>
          <a:r>
            <a:rPr lang="en-IN" sz="1600" b="1" dirty="0">
              <a:latin typeface="Georgia" panose="02040502050405020303" pitchFamily="18" charset="0"/>
            </a:rPr>
            <a:t>Missed supplier diversity goals</a:t>
          </a:r>
        </a:p>
      </dgm:t>
    </dgm:pt>
    <dgm:pt modelId="{A6E7146C-7A28-40EA-8C6F-466BACB94F52}" type="parTrans" cxnId="{7E01EF1C-523C-4AFA-B1A2-2FCD00B3CA2B}">
      <dgm:prSet/>
      <dgm:spPr/>
      <dgm:t>
        <a:bodyPr/>
        <a:lstStyle/>
        <a:p>
          <a:endParaRPr lang="en-IN"/>
        </a:p>
      </dgm:t>
    </dgm:pt>
    <dgm:pt modelId="{013450F3-546E-4246-94DF-6F1C998B8227}" type="sibTrans" cxnId="{7E01EF1C-523C-4AFA-B1A2-2FCD00B3CA2B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5A47D2A1-4167-4AA6-B25C-4778B4469F02}">
      <dgm:prSet phldrT="[Text]"/>
      <dgm:spPr>
        <a:solidFill>
          <a:srgbClr val="261F10"/>
        </a:solidFill>
      </dgm:spPr>
      <dgm:t>
        <a:bodyPr/>
        <a:lstStyle/>
        <a:p>
          <a:pPr>
            <a:buNone/>
          </a:pPr>
          <a:r>
            <a:rPr lang="en-IN" b="1" dirty="0">
              <a:latin typeface="Georgia" panose="02040502050405020303" pitchFamily="18" charset="0"/>
            </a:rPr>
            <a:t>Untapped business value</a:t>
          </a:r>
        </a:p>
      </dgm:t>
    </dgm:pt>
    <dgm:pt modelId="{8F451D31-88E4-4BDE-A03B-79BE5623102F}" type="parTrans" cxnId="{2D1A5226-9067-4DEB-BE94-054BF16D0E57}">
      <dgm:prSet/>
      <dgm:spPr/>
      <dgm:t>
        <a:bodyPr/>
        <a:lstStyle/>
        <a:p>
          <a:endParaRPr lang="en-IN"/>
        </a:p>
      </dgm:t>
    </dgm:pt>
    <dgm:pt modelId="{3AED2D95-0BAE-4779-85BA-DE8A4F49463A}" type="sibTrans" cxnId="{2D1A5226-9067-4DEB-BE94-054BF16D0E57}">
      <dgm:prSet/>
      <dgm:spPr/>
      <dgm:t>
        <a:bodyPr/>
        <a:lstStyle/>
        <a:p>
          <a:endParaRPr lang="en-IN">
            <a:latin typeface="Georgia" panose="02040502050405020303" pitchFamily="18" charset="0"/>
          </a:endParaRPr>
        </a:p>
      </dgm:t>
    </dgm:pt>
    <dgm:pt modelId="{90D0FD73-F790-48AE-A467-CD59D734384D}">
      <dgm:prSet phldrT="[Text]" phldr="0"/>
      <dgm:spPr>
        <a:solidFill>
          <a:srgbClr val="261F10"/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Impact</a:t>
          </a:r>
          <a:endParaRPr lang="en-IN" dirty="0">
            <a:latin typeface="Georgia" panose="02040502050405020303" pitchFamily="18" charset="0"/>
          </a:endParaRPr>
        </a:p>
      </dgm:t>
    </dgm:pt>
    <dgm:pt modelId="{5B9FF138-73DE-4EDF-98C9-D5C75C7F1EF5}" type="parTrans" cxnId="{EF0B7837-49BA-465B-B8F1-24709FFCBEA7}">
      <dgm:prSet/>
      <dgm:spPr/>
      <dgm:t>
        <a:bodyPr/>
        <a:lstStyle/>
        <a:p>
          <a:endParaRPr lang="en-IN"/>
        </a:p>
      </dgm:t>
    </dgm:pt>
    <dgm:pt modelId="{825A27F3-319C-4834-9E79-892F937A2725}" type="sibTrans" cxnId="{EF0B7837-49BA-465B-B8F1-24709FFCBEA7}">
      <dgm:prSet/>
      <dgm:spPr/>
      <dgm:t>
        <a:bodyPr/>
        <a:lstStyle/>
        <a:p>
          <a:endParaRPr lang="en-IN"/>
        </a:p>
      </dgm:t>
    </dgm:pt>
    <dgm:pt modelId="{52A9B6AE-CA1A-4D35-B26C-FCD3513C64BB}" type="pres">
      <dgm:prSet presAssocID="{7E088A6F-1256-4F3C-B61D-41E7B8182832}" presName="Name0" presStyleCnt="0">
        <dgm:presLayoutVars>
          <dgm:dir/>
          <dgm:resizeHandles val="exact"/>
        </dgm:presLayoutVars>
      </dgm:prSet>
      <dgm:spPr/>
    </dgm:pt>
    <dgm:pt modelId="{8ED13429-09B4-43E4-98F6-50619D770841}" type="pres">
      <dgm:prSet presAssocID="{7E088A6F-1256-4F3C-B61D-41E7B8182832}" presName="vNodes" presStyleCnt="0"/>
      <dgm:spPr/>
    </dgm:pt>
    <dgm:pt modelId="{DD97E315-9D9C-405C-ACD4-D75B0D1AE6B2}" type="pres">
      <dgm:prSet presAssocID="{A8EB9EFF-FD21-4560-A0B2-0909B3609FCC}" presName="node" presStyleLbl="node1" presStyleIdx="0" presStyleCnt="4" custScaleX="157286" custScaleY="128138">
        <dgm:presLayoutVars>
          <dgm:bulletEnabled val="1"/>
        </dgm:presLayoutVars>
      </dgm:prSet>
      <dgm:spPr/>
    </dgm:pt>
    <dgm:pt modelId="{6ECBBBBD-2A07-4A63-8886-405F3D8083DA}" type="pres">
      <dgm:prSet presAssocID="{9175CAF9-6B37-4EEA-99D3-DA73CDC1F1D0}" presName="spacerT" presStyleCnt="0"/>
      <dgm:spPr/>
    </dgm:pt>
    <dgm:pt modelId="{7EC743C5-F38B-42AD-8B0E-602F67C2E285}" type="pres">
      <dgm:prSet presAssocID="{9175CAF9-6B37-4EEA-99D3-DA73CDC1F1D0}" presName="sibTrans" presStyleLbl="sibTrans2D1" presStyleIdx="0" presStyleCnt="3"/>
      <dgm:spPr/>
    </dgm:pt>
    <dgm:pt modelId="{7AF870C1-AF84-43A6-AA15-DC26C4E08C19}" type="pres">
      <dgm:prSet presAssocID="{9175CAF9-6B37-4EEA-99D3-DA73CDC1F1D0}" presName="spacerB" presStyleCnt="0"/>
      <dgm:spPr/>
    </dgm:pt>
    <dgm:pt modelId="{BF09806B-65CE-4B71-B11F-112D5F80103D}" type="pres">
      <dgm:prSet presAssocID="{43F8D9C2-F12E-4401-9769-43C10FA37307}" presName="node" presStyleLbl="node1" presStyleIdx="1" presStyleCnt="4" custScaleX="178531" custScaleY="132276">
        <dgm:presLayoutVars>
          <dgm:bulletEnabled val="1"/>
        </dgm:presLayoutVars>
      </dgm:prSet>
      <dgm:spPr/>
    </dgm:pt>
    <dgm:pt modelId="{50E7606C-BF34-432F-9DB6-C45D74C993D1}" type="pres">
      <dgm:prSet presAssocID="{013450F3-546E-4246-94DF-6F1C998B8227}" presName="spacerT" presStyleCnt="0"/>
      <dgm:spPr/>
    </dgm:pt>
    <dgm:pt modelId="{913C357C-B262-40CA-8609-3C8CA6772A34}" type="pres">
      <dgm:prSet presAssocID="{013450F3-546E-4246-94DF-6F1C998B8227}" presName="sibTrans" presStyleLbl="sibTrans2D1" presStyleIdx="1" presStyleCnt="3"/>
      <dgm:spPr/>
    </dgm:pt>
    <dgm:pt modelId="{F45BB38E-11BA-42B4-8205-E6B6B07707BC}" type="pres">
      <dgm:prSet presAssocID="{013450F3-546E-4246-94DF-6F1C998B8227}" presName="spacerB" presStyleCnt="0"/>
      <dgm:spPr/>
    </dgm:pt>
    <dgm:pt modelId="{0509EF07-A6AA-41BC-9EF9-780533268613}" type="pres">
      <dgm:prSet presAssocID="{5A47D2A1-4167-4AA6-B25C-4778B4469F02}" presName="node" presStyleLbl="node1" presStyleIdx="2" presStyleCnt="4" custScaleX="183840" custScaleY="138089">
        <dgm:presLayoutVars>
          <dgm:bulletEnabled val="1"/>
        </dgm:presLayoutVars>
      </dgm:prSet>
      <dgm:spPr/>
    </dgm:pt>
    <dgm:pt modelId="{2480DF83-8F51-41AB-A428-881D0FE69340}" type="pres">
      <dgm:prSet presAssocID="{7E088A6F-1256-4F3C-B61D-41E7B8182832}" presName="sibTransLast" presStyleLbl="sibTrans2D1" presStyleIdx="2" presStyleCnt="3"/>
      <dgm:spPr/>
    </dgm:pt>
    <dgm:pt modelId="{FA846439-2FC2-4B25-945C-4C22391049D0}" type="pres">
      <dgm:prSet presAssocID="{7E088A6F-1256-4F3C-B61D-41E7B8182832}" presName="connectorText" presStyleLbl="sibTrans2D1" presStyleIdx="2" presStyleCnt="3"/>
      <dgm:spPr/>
    </dgm:pt>
    <dgm:pt modelId="{DC3098BE-6FC8-4F01-B170-DAF4A291BA83}" type="pres">
      <dgm:prSet presAssocID="{7E088A6F-1256-4F3C-B61D-41E7B8182832}" presName="lastNode" presStyleLbl="node1" presStyleIdx="3" presStyleCnt="4">
        <dgm:presLayoutVars>
          <dgm:bulletEnabled val="1"/>
        </dgm:presLayoutVars>
      </dgm:prSet>
      <dgm:spPr/>
    </dgm:pt>
  </dgm:ptLst>
  <dgm:cxnLst>
    <dgm:cxn modelId="{7E01EF1C-523C-4AFA-B1A2-2FCD00B3CA2B}" srcId="{7E088A6F-1256-4F3C-B61D-41E7B8182832}" destId="{43F8D9C2-F12E-4401-9769-43C10FA37307}" srcOrd="1" destOrd="0" parTransId="{A6E7146C-7A28-40EA-8C6F-466BACB94F52}" sibTransId="{013450F3-546E-4246-94DF-6F1C998B8227}"/>
    <dgm:cxn modelId="{2D1A5226-9067-4DEB-BE94-054BF16D0E57}" srcId="{7E088A6F-1256-4F3C-B61D-41E7B8182832}" destId="{5A47D2A1-4167-4AA6-B25C-4778B4469F02}" srcOrd="2" destOrd="0" parTransId="{8F451D31-88E4-4BDE-A03B-79BE5623102F}" sibTransId="{3AED2D95-0BAE-4779-85BA-DE8A4F49463A}"/>
    <dgm:cxn modelId="{EF0B7837-49BA-465B-B8F1-24709FFCBEA7}" srcId="{7E088A6F-1256-4F3C-B61D-41E7B8182832}" destId="{90D0FD73-F790-48AE-A467-CD59D734384D}" srcOrd="3" destOrd="0" parTransId="{5B9FF138-73DE-4EDF-98C9-D5C75C7F1EF5}" sibTransId="{825A27F3-319C-4834-9E79-892F937A2725}"/>
    <dgm:cxn modelId="{1D692869-B2A1-4A7E-8DCA-70B0AF86F6C6}" srcId="{7E088A6F-1256-4F3C-B61D-41E7B8182832}" destId="{A8EB9EFF-FD21-4560-A0B2-0909B3609FCC}" srcOrd="0" destOrd="0" parTransId="{B0677941-1D37-47E5-8C5D-8F00C8457C51}" sibTransId="{9175CAF9-6B37-4EEA-99D3-DA73CDC1F1D0}"/>
    <dgm:cxn modelId="{CFBC785A-3D71-4CCD-B6A3-B00FBFA4EECE}" type="presOf" srcId="{7E088A6F-1256-4F3C-B61D-41E7B8182832}" destId="{52A9B6AE-CA1A-4D35-B26C-FCD3513C64BB}" srcOrd="0" destOrd="0" presId="urn:microsoft.com/office/officeart/2005/8/layout/equation2"/>
    <dgm:cxn modelId="{4B3D3F83-1859-4F72-9BAE-5CC640986AC7}" type="presOf" srcId="{9175CAF9-6B37-4EEA-99D3-DA73CDC1F1D0}" destId="{7EC743C5-F38B-42AD-8B0E-602F67C2E285}" srcOrd="0" destOrd="0" presId="urn:microsoft.com/office/officeart/2005/8/layout/equation2"/>
    <dgm:cxn modelId="{95156E85-65E2-47B9-A5C6-A6C53DBD5BE0}" type="presOf" srcId="{013450F3-546E-4246-94DF-6F1C998B8227}" destId="{913C357C-B262-40CA-8609-3C8CA6772A34}" srcOrd="0" destOrd="0" presId="urn:microsoft.com/office/officeart/2005/8/layout/equation2"/>
    <dgm:cxn modelId="{26911B98-E04D-46DB-9F51-7A2E344552BA}" type="presOf" srcId="{3AED2D95-0BAE-4779-85BA-DE8A4F49463A}" destId="{2480DF83-8F51-41AB-A428-881D0FE69340}" srcOrd="0" destOrd="0" presId="urn:microsoft.com/office/officeart/2005/8/layout/equation2"/>
    <dgm:cxn modelId="{A62E62A0-EC68-4192-8F73-B28177D40F3F}" type="presOf" srcId="{3AED2D95-0BAE-4779-85BA-DE8A4F49463A}" destId="{FA846439-2FC2-4B25-945C-4C22391049D0}" srcOrd="1" destOrd="0" presId="urn:microsoft.com/office/officeart/2005/8/layout/equation2"/>
    <dgm:cxn modelId="{691133D8-1FA3-4C45-9F0A-F8B0559CB02F}" type="presOf" srcId="{43F8D9C2-F12E-4401-9769-43C10FA37307}" destId="{BF09806B-65CE-4B71-B11F-112D5F80103D}" srcOrd="0" destOrd="0" presId="urn:microsoft.com/office/officeart/2005/8/layout/equation2"/>
    <dgm:cxn modelId="{F7F477E2-10CD-468A-BCDB-8B7276AB0028}" type="presOf" srcId="{90D0FD73-F790-48AE-A467-CD59D734384D}" destId="{DC3098BE-6FC8-4F01-B170-DAF4A291BA83}" srcOrd="0" destOrd="0" presId="urn:microsoft.com/office/officeart/2005/8/layout/equation2"/>
    <dgm:cxn modelId="{6A8832EA-B0D7-4151-AA2C-6F0750799D8E}" type="presOf" srcId="{A8EB9EFF-FD21-4560-A0B2-0909B3609FCC}" destId="{DD97E315-9D9C-405C-ACD4-D75B0D1AE6B2}" srcOrd="0" destOrd="0" presId="urn:microsoft.com/office/officeart/2005/8/layout/equation2"/>
    <dgm:cxn modelId="{18F64EEA-700C-4FDA-B6E7-13E05E1BBD6C}" type="presOf" srcId="{5A47D2A1-4167-4AA6-B25C-4778B4469F02}" destId="{0509EF07-A6AA-41BC-9EF9-780533268613}" srcOrd="0" destOrd="0" presId="urn:microsoft.com/office/officeart/2005/8/layout/equation2"/>
    <dgm:cxn modelId="{45A99517-EB87-42B1-AD15-9527DC4CA62B}" type="presParOf" srcId="{52A9B6AE-CA1A-4D35-B26C-FCD3513C64BB}" destId="{8ED13429-09B4-43E4-98F6-50619D770841}" srcOrd="0" destOrd="0" presId="urn:microsoft.com/office/officeart/2005/8/layout/equation2"/>
    <dgm:cxn modelId="{52B4EE40-6EB6-42F9-85F0-9104E52E5A17}" type="presParOf" srcId="{8ED13429-09B4-43E4-98F6-50619D770841}" destId="{DD97E315-9D9C-405C-ACD4-D75B0D1AE6B2}" srcOrd="0" destOrd="0" presId="urn:microsoft.com/office/officeart/2005/8/layout/equation2"/>
    <dgm:cxn modelId="{D3A51CEF-EAB8-491F-B25D-E0FF6A931B54}" type="presParOf" srcId="{8ED13429-09B4-43E4-98F6-50619D770841}" destId="{6ECBBBBD-2A07-4A63-8886-405F3D8083DA}" srcOrd="1" destOrd="0" presId="urn:microsoft.com/office/officeart/2005/8/layout/equation2"/>
    <dgm:cxn modelId="{55A92E35-041F-46DE-81C7-75A2402FD50E}" type="presParOf" srcId="{8ED13429-09B4-43E4-98F6-50619D770841}" destId="{7EC743C5-F38B-42AD-8B0E-602F67C2E285}" srcOrd="2" destOrd="0" presId="urn:microsoft.com/office/officeart/2005/8/layout/equation2"/>
    <dgm:cxn modelId="{7BC6D67A-CCE1-4D85-B0C7-CC8DC5060967}" type="presParOf" srcId="{8ED13429-09B4-43E4-98F6-50619D770841}" destId="{7AF870C1-AF84-43A6-AA15-DC26C4E08C19}" srcOrd="3" destOrd="0" presId="urn:microsoft.com/office/officeart/2005/8/layout/equation2"/>
    <dgm:cxn modelId="{B33DE822-ACE0-41B5-B119-AFF7E79989F4}" type="presParOf" srcId="{8ED13429-09B4-43E4-98F6-50619D770841}" destId="{BF09806B-65CE-4B71-B11F-112D5F80103D}" srcOrd="4" destOrd="0" presId="urn:microsoft.com/office/officeart/2005/8/layout/equation2"/>
    <dgm:cxn modelId="{E13CDB06-31C7-4ECA-9A25-CF1F7280FF90}" type="presParOf" srcId="{8ED13429-09B4-43E4-98F6-50619D770841}" destId="{50E7606C-BF34-432F-9DB6-C45D74C993D1}" srcOrd="5" destOrd="0" presId="urn:microsoft.com/office/officeart/2005/8/layout/equation2"/>
    <dgm:cxn modelId="{9F5628FF-6C3D-4F9E-AC3C-FD4E821A850A}" type="presParOf" srcId="{8ED13429-09B4-43E4-98F6-50619D770841}" destId="{913C357C-B262-40CA-8609-3C8CA6772A34}" srcOrd="6" destOrd="0" presId="urn:microsoft.com/office/officeart/2005/8/layout/equation2"/>
    <dgm:cxn modelId="{B28073BA-0B59-4AE7-A80D-D34C9990E9C8}" type="presParOf" srcId="{8ED13429-09B4-43E4-98F6-50619D770841}" destId="{F45BB38E-11BA-42B4-8205-E6B6B07707BC}" srcOrd="7" destOrd="0" presId="urn:microsoft.com/office/officeart/2005/8/layout/equation2"/>
    <dgm:cxn modelId="{AAD014FF-E9F2-4A78-859D-553B5F14621C}" type="presParOf" srcId="{8ED13429-09B4-43E4-98F6-50619D770841}" destId="{0509EF07-A6AA-41BC-9EF9-780533268613}" srcOrd="8" destOrd="0" presId="urn:microsoft.com/office/officeart/2005/8/layout/equation2"/>
    <dgm:cxn modelId="{BE594D65-A4D2-494D-8AAF-2007C3019090}" type="presParOf" srcId="{52A9B6AE-CA1A-4D35-B26C-FCD3513C64BB}" destId="{2480DF83-8F51-41AB-A428-881D0FE69340}" srcOrd="1" destOrd="0" presId="urn:microsoft.com/office/officeart/2005/8/layout/equation2"/>
    <dgm:cxn modelId="{F9E16491-CCB2-469B-B119-C0D7E3CF1931}" type="presParOf" srcId="{2480DF83-8F51-41AB-A428-881D0FE69340}" destId="{FA846439-2FC2-4B25-945C-4C22391049D0}" srcOrd="0" destOrd="0" presId="urn:microsoft.com/office/officeart/2005/8/layout/equation2"/>
    <dgm:cxn modelId="{1A2EFB8A-2340-4E13-BD3A-2260F3BA7AD7}" type="presParOf" srcId="{52A9B6AE-CA1A-4D35-B26C-FCD3513C64BB}" destId="{DC3098BE-6FC8-4F01-B170-DAF4A291BA83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D0F0E-D45F-4DAA-B581-17557AAE62EC}" type="doc">
      <dgm:prSet loTypeId="urn:microsoft.com/office/officeart/2005/8/layout/target3" loCatId="list" qsTypeId="urn:microsoft.com/office/officeart/2005/8/quickstyle/simple5" qsCatId="simple" csTypeId="urn:microsoft.com/office/officeart/2005/8/colors/accent5_4" csCatId="accent5" phldr="1"/>
      <dgm:spPr/>
      <dgm:t>
        <a:bodyPr/>
        <a:lstStyle/>
        <a:p>
          <a:endParaRPr lang="en-IN"/>
        </a:p>
      </dgm:t>
    </dgm:pt>
    <dgm:pt modelId="{21828FE4-C04D-4CF2-B2EB-7D5C56179536}">
      <dgm:prSet phldrT="[Text]" custT="1"/>
      <dgm:spPr>
        <a:ln>
          <a:solidFill>
            <a:srgbClr val="4A411E"/>
          </a:solidFill>
        </a:ln>
      </dgm:spPr>
      <dgm:t>
        <a:bodyPr/>
        <a:lstStyle/>
        <a:p>
          <a:pPr>
            <a:buNone/>
          </a:pPr>
          <a:r>
            <a:rPr lang="en-IN" sz="2000" dirty="0">
              <a:latin typeface="Georgia" panose="02040502050405020303" pitchFamily="18" charset="0"/>
            </a:rPr>
            <a:t>Low MWBE visibility</a:t>
          </a:r>
          <a:br>
            <a:rPr lang="en-IN" sz="2000" dirty="0">
              <a:latin typeface="Georgia" panose="02040502050405020303" pitchFamily="18" charset="0"/>
            </a:rPr>
          </a:br>
          <a:br>
            <a:rPr lang="en-IN" sz="2000" dirty="0">
              <a:latin typeface="Georgia" panose="02040502050405020303" pitchFamily="18" charset="0"/>
            </a:rPr>
          </a:br>
          <a:br>
            <a:rPr lang="en-IN" sz="2000" dirty="0">
              <a:latin typeface="Georgia" panose="02040502050405020303" pitchFamily="18" charset="0"/>
            </a:rPr>
          </a:br>
          <a:r>
            <a:rPr lang="en-IN" sz="2000" dirty="0">
              <a:latin typeface="Georgia" panose="02040502050405020303" pitchFamily="18" charset="0"/>
            </a:rPr>
            <a:t>Capacity concerns</a:t>
          </a:r>
        </a:p>
      </dgm:t>
    </dgm:pt>
    <dgm:pt modelId="{35604727-6527-4C82-8F1A-BEA4D069ED1B}" type="parTrans" cxnId="{AF719D03-BCC6-4B26-A6B9-624EAA754A65}">
      <dgm:prSet/>
      <dgm:spPr/>
      <dgm:t>
        <a:bodyPr/>
        <a:lstStyle/>
        <a:p>
          <a:endParaRPr lang="en-IN"/>
        </a:p>
      </dgm:t>
    </dgm:pt>
    <dgm:pt modelId="{FA7836A0-23FF-439C-94BA-FD5261771E78}" type="sibTrans" cxnId="{AF719D03-BCC6-4B26-A6B9-624EAA754A65}">
      <dgm:prSet/>
      <dgm:spPr/>
      <dgm:t>
        <a:bodyPr/>
        <a:lstStyle/>
        <a:p>
          <a:endParaRPr lang="en-IN"/>
        </a:p>
      </dgm:t>
    </dgm:pt>
    <dgm:pt modelId="{6F9EEB8D-84C9-43AE-9E7E-DDA9837D04AE}">
      <dgm:prSet phldrT="[Text]" custT="1"/>
      <dgm:spPr/>
      <dgm:t>
        <a:bodyPr/>
        <a:lstStyle/>
        <a:p>
          <a:pPr>
            <a:buNone/>
          </a:pPr>
          <a:r>
            <a:rPr lang="en-IN" sz="1800" dirty="0">
              <a:latin typeface="Georgia" panose="02040502050405020303" pitchFamily="18" charset="0"/>
            </a:rPr>
            <a:t>  Build supplier database &amp; partnerships</a:t>
          </a:r>
          <a:br>
            <a:rPr lang="en-IN" sz="1800" dirty="0">
              <a:latin typeface="Georgia" panose="02040502050405020303" pitchFamily="18" charset="0"/>
            </a:rPr>
          </a:br>
          <a:br>
            <a:rPr lang="en-IN" sz="1800" dirty="0">
              <a:latin typeface="Georgia" panose="02040502050405020303" pitchFamily="18" charset="0"/>
            </a:rPr>
          </a:br>
          <a:r>
            <a:rPr lang="en-IN" sz="1800" dirty="0">
              <a:latin typeface="Georgia" panose="02040502050405020303" pitchFamily="18" charset="0"/>
            </a:rPr>
            <a:t>Flexible/local sourcing model</a:t>
          </a:r>
        </a:p>
      </dgm:t>
    </dgm:pt>
    <dgm:pt modelId="{B89CC533-307A-4C1C-9EED-FCB49671C3BA}" type="parTrans" cxnId="{650D7183-CF24-48DC-A7B2-2C002D472D8A}">
      <dgm:prSet/>
      <dgm:spPr/>
      <dgm:t>
        <a:bodyPr/>
        <a:lstStyle/>
        <a:p>
          <a:endParaRPr lang="en-IN"/>
        </a:p>
      </dgm:t>
    </dgm:pt>
    <dgm:pt modelId="{AFBA7181-B534-4001-8194-E1C5AD9719F1}" type="sibTrans" cxnId="{650D7183-CF24-48DC-A7B2-2C002D472D8A}">
      <dgm:prSet/>
      <dgm:spPr/>
      <dgm:t>
        <a:bodyPr/>
        <a:lstStyle/>
        <a:p>
          <a:endParaRPr lang="en-IN"/>
        </a:p>
      </dgm:t>
    </dgm:pt>
    <dgm:pt modelId="{76CD623D-A079-49C1-A40A-365CA20E550A}">
      <dgm:prSet phldrT="[Text]" custT="1"/>
      <dgm:spPr>
        <a:ln>
          <a:solidFill>
            <a:srgbClr val="4A411E"/>
          </a:solidFill>
        </a:ln>
      </dgm:spPr>
      <dgm:t>
        <a:bodyPr/>
        <a:lstStyle/>
        <a:p>
          <a:pPr>
            <a:buNone/>
          </a:pPr>
          <a:r>
            <a:rPr lang="en-IN" sz="2000" dirty="0">
              <a:latin typeface="Georgia" panose="02040502050405020303" pitchFamily="18" charset="0"/>
            </a:rPr>
            <a:t>Complex onboarding</a:t>
          </a:r>
          <a:br>
            <a:rPr lang="en-IN" sz="2000" dirty="0">
              <a:latin typeface="Georgia" panose="02040502050405020303" pitchFamily="18" charset="0"/>
            </a:rPr>
          </a:br>
          <a:br>
            <a:rPr lang="en-IN" sz="2000" dirty="0">
              <a:latin typeface="Georgia" panose="02040502050405020303" pitchFamily="18" charset="0"/>
            </a:rPr>
          </a:br>
          <a:endParaRPr lang="en-IN" sz="2000" dirty="0">
            <a:latin typeface="Georgia" panose="02040502050405020303" pitchFamily="18" charset="0"/>
          </a:endParaRPr>
        </a:p>
      </dgm:t>
    </dgm:pt>
    <dgm:pt modelId="{F8452D4C-5B31-45CF-BF8B-7F606041D647}" type="parTrans" cxnId="{6C8A8F77-E9D2-4155-8E8F-0869D20F9C17}">
      <dgm:prSet/>
      <dgm:spPr/>
      <dgm:t>
        <a:bodyPr/>
        <a:lstStyle/>
        <a:p>
          <a:endParaRPr lang="en-IN"/>
        </a:p>
      </dgm:t>
    </dgm:pt>
    <dgm:pt modelId="{5A7F3920-A0DA-4BC3-96A2-3EA8E8901ADF}" type="sibTrans" cxnId="{6C8A8F77-E9D2-4155-8E8F-0869D20F9C17}">
      <dgm:prSet/>
      <dgm:spPr/>
      <dgm:t>
        <a:bodyPr/>
        <a:lstStyle/>
        <a:p>
          <a:endParaRPr lang="en-IN"/>
        </a:p>
      </dgm:t>
    </dgm:pt>
    <dgm:pt modelId="{64E66D2A-E3CE-4895-87E5-0F71BB450AF9}">
      <dgm:prSet phldrT="[Text]" custT="1"/>
      <dgm:spPr/>
      <dgm:t>
        <a:bodyPr/>
        <a:lstStyle/>
        <a:p>
          <a:pPr>
            <a:buNone/>
          </a:pPr>
          <a:r>
            <a:rPr lang="en-IN" sz="1800" dirty="0">
              <a:latin typeface="Georgia" panose="02040502050405020303" pitchFamily="18" charset="0"/>
            </a:rPr>
            <a:t>  Simplify  Procurement processes</a:t>
          </a:r>
        </a:p>
      </dgm:t>
    </dgm:pt>
    <dgm:pt modelId="{2D6D3B86-5934-4545-81C5-96670B9F6286}" type="parTrans" cxnId="{8EB8D666-FCF3-4998-8FDF-45A7AB8D67B7}">
      <dgm:prSet/>
      <dgm:spPr/>
      <dgm:t>
        <a:bodyPr/>
        <a:lstStyle/>
        <a:p>
          <a:endParaRPr lang="en-IN"/>
        </a:p>
      </dgm:t>
    </dgm:pt>
    <dgm:pt modelId="{180D347C-E52B-471F-B5C5-6B281F0E3FB3}" type="sibTrans" cxnId="{8EB8D666-FCF3-4998-8FDF-45A7AB8D67B7}">
      <dgm:prSet/>
      <dgm:spPr/>
      <dgm:t>
        <a:bodyPr/>
        <a:lstStyle/>
        <a:p>
          <a:endParaRPr lang="en-IN"/>
        </a:p>
      </dgm:t>
    </dgm:pt>
    <dgm:pt modelId="{7F24F53E-708D-4318-9FD0-449334C63497}">
      <dgm:prSet phldrT="[Text]" custT="1"/>
      <dgm:spPr>
        <a:ln>
          <a:solidFill>
            <a:srgbClr val="4A411E"/>
          </a:solidFill>
        </a:ln>
      </dgm:spPr>
      <dgm:t>
        <a:bodyPr/>
        <a:lstStyle/>
        <a:p>
          <a:pPr>
            <a:buNone/>
          </a:pPr>
          <a:r>
            <a:rPr lang="en-IN" sz="2000" dirty="0">
              <a:latin typeface="Georgia" panose="02040502050405020303" pitchFamily="18" charset="0"/>
            </a:rPr>
            <a:t>  Financing issues</a:t>
          </a:r>
          <a:br>
            <a:rPr lang="en-IN" sz="2000" dirty="0">
              <a:latin typeface="Georgia" panose="02040502050405020303" pitchFamily="18" charset="0"/>
            </a:rPr>
          </a:br>
          <a:br>
            <a:rPr lang="en-IN" sz="2000" dirty="0">
              <a:latin typeface="Georgia" panose="02040502050405020303" pitchFamily="18" charset="0"/>
            </a:rPr>
          </a:br>
          <a:br>
            <a:rPr lang="en-IN" sz="2000" dirty="0">
              <a:latin typeface="Georgia" panose="02040502050405020303" pitchFamily="18" charset="0"/>
            </a:rPr>
          </a:br>
          <a:r>
            <a:rPr lang="en-IN" sz="2000" dirty="0">
              <a:latin typeface="Georgia" panose="02040502050405020303" pitchFamily="18" charset="0"/>
            </a:rPr>
            <a:t>Bias</a:t>
          </a:r>
        </a:p>
      </dgm:t>
    </dgm:pt>
    <dgm:pt modelId="{7A641BDC-2438-438A-8782-41D0CD0D42F3}" type="parTrans" cxnId="{75BB2B9B-FEAF-40A7-9668-4B6D06637AC1}">
      <dgm:prSet/>
      <dgm:spPr/>
      <dgm:t>
        <a:bodyPr/>
        <a:lstStyle/>
        <a:p>
          <a:endParaRPr lang="en-IN"/>
        </a:p>
      </dgm:t>
    </dgm:pt>
    <dgm:pt modelId="{745FE0BE-AF0A-45AA-B235-8B81922616F3}" type="sibTrans" cxnId="{75BB2B9B-FEAF-40A7-9668-4B6D06637AC1}">
      <dgm:prSet/>
      <dgm:spPr/>
      <dgm:t>
        <a:bodyPr/>
        <a:lstStyle/>
        <a:p>
          <a:endParaRPr lang="en-IN"/>
        </a:p>
      </dgm:t>
    </dgm:pt>
    <dgm:pt modelId="{9736FB2C-598E-4DDB-9870-E765AACA644E}">
      <dgm:prSet phldrT="[Text]" custT="1"/>
      <dgm:spPr/>
      <dgm:t>
        <a:bodyPr/>
        <a:lstStyle/>
        <a:p>
          <a:pPr>
            <a:buNone/>
          </a:pPr>
          <a:r>
            <a:rPr lang="en-US" sz="1800" dirty="0">
              <a:latin typeface="Georgia" panose="02040502050405020303" pitchFamily="18" charset="0"/>
            </a:rPr>
            <a:t>  Use $25M fund for working capital</a:t>
          </a:r>
          <a:br>
            <a:rPr lang="en-US" sz="1800" dirty="0">
              <a:latin typeface="Georgia" panose="02040502050405020303" pitchFamily="18" charset="0"/>
            </a:rPr>
          </a:br>
          <a:br>
            <a:rPr lang="en-US" sz="1800" dirty="0">
              <a:latin typeface="Georgia" panose="02040502050405020303" pitchFamily="18" charset="0"/>
            </a:rPr>
          </a:br>
          <a:r>
            <a:rPr lang="en-IN" sz="1800" dirty="0">
              <a:latin typeface="Georgia" panose="02040502050405020303" pitchFamily="18" charset="0"/>
            </a:rPr>
            <a:t>Training + standardized evaluation</a:t>
          </a:r>
        </a:p>
      </dgm:t>
    </dgm:pt>
    <dgm:pt modelId="{37D1932A-25AF-4559-8692-CEB0220BAF2D}" type="parTrans" cxnId="{C41A23CD-A1ED-482E-B8D5-5F8875E80B8B}">
      <dgm:prSet/>
      <dgm:spPr/>
      <dgm:t>
        <a:bodyPr/>
        <a:lstStyle/>
        <a:p>
          <a:endParaRPr lang="en-IN"/>
        </a:p>
      </dgm:t>
    </dgm:pt>
    <dgm:pt modelId="{6C46E942-4D43-469F-82A7-8B5914388744}" type="sibTrans" cxnId="{C41A23CD-A1ED-482E-B8D5-5F8875E80B8B}">
      <dgm:prSet/>
      <dgm:spPr/>
      <dgm:t>
        <a:bodyPr/>
        <a:lstStyle/>
        <a:p>
          <a:endParaRPr lang="en-IN"/>
        </a:p>
      </dgm:t>
    </dgm:pt>
    <dgm:pt modelId="{DAAD6009-0A26-4929-98ED-C8F982B0F67B}" type="pres">
      <dgm:prSet presAssocID="{9AED0F0E-D45F-4DAA-B581-17557AAE62EC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DCA3822-EDF1-41E8-9E7F-965F3B8A1CEA}" type="pres">
      <dgm:prSet presAssocID="{21828FE4-C04D-4CF2-B2EB-7D5C56179536}" presName="circle1" presStyleLbl="node1" presStyleIdx="0" presStyleCnt="3"/>
      <dgm:spPr>
        <a:solidFill>
          <a:srgbClr val="4A411E"/>
        </a:solidFill>
      </dgm:spPr>
    </dgm:pt>
    <dgm:pt modelId="{01C2CA83-C7D7-46C3-B3D8-CC135E8080D6}" type="pres">
      <dgm:prSet presAssocID="{21828FE4-C04D-4CF2-B2EB-7D5C56179536}" presName="space" presStyleCnt="0"/>
      <dgm:spPr/>
    </dgm:pt>
    <dgm:pt modelId="{9355A0B4-7551-42BA-B04F-65624D7922E2}" type="pres">
      <dgm:prSet presAssocID="{21828FE4-C04D-4CF2-B2EB-7D5C56179536}" presName="rect1" presStyleLbl="alignAcc1" presStyleIdx="0" presStyleCnt="3" custScaleX="100000" custLinFactNeighborX="1427" custLinFactNeighborY="-1818"/>
      <dgm:spPr/>
    </dgm:pt>
    <dgm:pt modelId="{627CCFEA-EB24-4892-A75E-691F37EA54A5}" type="pres">
      <dgm:prSet presAssocID="{76CD623D-A079-49C1-A40A-365CA20E550A}" presName="vertSpace2" presStyleLbl="node1" presStyleIdx="0" presStyleCnt="3"/>
      <dgm:spPr/>
    </dgm:pt>
    <dgm:pt modelId="{9EBBDDCA-B0E9-4C59-B025-9FF6482C1CB8}" type="pres">
      <dgm:prSet presAssocID="{76CD623D-A079-49C1-A40A-365CA20E550A}" presName="circle2" presStyleLbl="node1" presStyleIdx="1" presStyleCnt="3"/>
      <dgm:spPr>
        <a:solidFill>
          <a:srgbClr val="006600"/>
        </a:solidFill>
      </dgm:spPr>
    </dgm:pt>
    <dgm:pt modelId="{E72FBD1B-76F7-4509-9553-89DDF3391A51}" type="pres">
      <dgm:prSet presAssocID="{76CD623D-A079-49C1-A40A-365CA20E550A}" presName="rect2" presStyleLbl="alignAcc1" presStyleIdx="1" presStyleCnt="3" custScaleY="76241"/>
      <dgm:spPr/>
    </dgm:pt>
    <dgm:pt modelId="{339A785C-72A0-4345-ADC0-257D1FA33CB3}" type="pres">
      <dgm:prSet presAssocID="{7F24F53E-708D-4318-9FD0-449334C63497}" presName="vertSpace3" presStyleLbl="node1" presStyleIdx="1" presStyleCnt="3"/>
      <dgm:spPr/>
    </dgm:pt>
    <dgm:pt modelId="{EBC318A2-4D3F-49E0-B7AD-4CE88FD259EF}" type="pres">
      <dgm:prSet presAssocID="{7F24F53E-708D-4318-9FD0-449334C63497}" presName="circle3" presStyleLbl="node1" presStyleIdx="2" presStyleCnt="3"/>
      <dgm:spPr>
        <a:solidFill>
          <a:srgbClr val="4A411E"/>
        </a:solidFill>
      </dgm:spPr>
    </dgm:pt>
    <dgm:pt modelId="{D2BBFBF9-28D0-4425-80A7-64625CA90350}" type="pres">
      <dgm:prSet presAssocID="{7F24F53E-708D-4318-9FD0-449334C63497}" presName="rect3" presStyleLbl="alignAcc1" presStyleIdx="2" presStyleCnt="3" custScaleX="100000" custScaleY="139778"/>
      <dgm:spPr/>
    </dgm:pt>
    <dgm:pt modelId="{95F354B6-48EF-4B96-A240-1E1E33C0A6EF}" type="pres">
      <dgm:prSet presAssocID="{21828FE4-C04D-4CF2-B2EB-7D5C56179536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2B14A8C5-6A14-4966-B9CB-4CAAC08D8F5E}" type="pres">
      <dgm:prSet presAssocID="{21828FE4-C04D-4CF2-B2EB-7D5C56179536}" presName="rect1ChTx" presStyleLbl="alignAcc1" presStyleIdx="2" presStyleCnt="3" custScaleY="124245" custLinFactNeighborX="-428" custLinFactNeighborY="-10951">
        <dgm:presLayoutVars>
          <dgm:bulletEnabled val="1"/>
        </dgm:presLayoutVars>
      </dgm:prSet>
      <dgm:spPr/>
    </dgm:pt>
    <dgm:pt modelId="{769284CE-17FA-4BD6-AF0A-8697F819E26E}" type="pres">
      <dgm:prSet presAssocID="{76CD623D-A079-49C1-A40A-365CA20E550A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3D362F71-C269-4057-957A-7B0F15AA5416}" type="pres">
      <dgm:prSet presAssocID="{76CD623D-A079-49C1-A40A-365CA20E550A}" presName="rect2ChTx" presStyleLbl="alignAcc1" presStyleIdx="2" presStyleCnt="3" custScaleX="100000">
        <dgm:presLayoutVars>
          <dgm:bulletEnabled val="1"/>
        </dgm:presLayoutVars>
      </dgm:prSet>
      <dgm:spPr/>
    </dgm:pt>
    <dgm:pt modelId="{8B6ABA48-E541-456C-BF95-191EFD313F65}" type="pres">
      <dgm:prSet presAssocID="{7F24F53E-708D-4318-9FD0-449334C63497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33A0E941-46B4-415E-ACD9-6B14C971D619}" type="pres">
      <dgm:prSet presAssocID="{7F24F53E-708D-4318-9FD0-449334C63497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AF719D03-BCC6-4B26-A6B9-624EAA754A65}" srcId="{9AED0F0E-D45F-4DAA-B581-17557AAE62EC}" destId="{21828FE4-C04D-4CF2-B2EB-7D5C56179536}" srcOrd="0" destOrd="0" parTransId="{35604727-6527-4C82-8F1A-BEA4D069ED1B}" sibTransId="{FA7836A0-23FF-439C-94BA-FD5261771E78}"/>
    <dgm:cxn modelId="{1C842906-A6E5-4964-95C4-9F178338CFFA}" type="presOf" srcId="{21828FE4-C04D-4CF2-B2EB-7D5C56179536}" destId="{9355A0B4-7551-42BA-B04F-65624D7922E2}" srcOrd="0" destOrd="0" presId="urn:microsoft.com/office/officeart/2005/8/layout/target3"/>
    <dgm:cxn modelId="{8A3A5211-6ED5-4ADB-9ED4-E2C436FB1F93}" type="presOf" srcId="{21828FE4-C04D-4CF2-B2EB-7D5C56179536}" destId="{95F354B6-48EF-4B96-A240-1E1E33C0A6EF}" srcOrd="1" destOrd="0" presId="urn:microsoft.com/office/officeart/2005/8/layout/target3"/>
    <dgm:cxn modelId="{33C58F33-0A6A-4F70-9D73-8D72EC37B4B3}" type="presOf" srcId="{76CD623D-A079-49C1-A40A-365CA20E550A}" destId="{769284CE-17FA-4BD6-AF0A-8697F819E26E}" srcOrd="1" destOrd="0" presId="urn:microsoft.com/office/officeart/2005/8/layout/target3"/>
    <dgm:cxn modelId="{8EB8D666-FCF3-4998-8FDF-45A7AB8D67B7}" srcId="{76CD623D-A079-49C1-A40A-365CA20E550A}" destId="{64E66D2A-E3CE-4895-87E5-0F71BB450AF9}" srcOrd="0" destOrd="0" parTransId="{2D6D3B86-5934-4545-81C5-96670B9F6286}" sibTransId="{180D347C-E52B-471F-B5C5-6B281F0E3FB3}"/>
    <dgm:cxn modelId="{ACA36767-E212-4FF7-AFCF-DE05754A74AB}" type="presOf" srcId="{7F24F53E-708D-4318-9FD0-449334C63497}" destId="{8B6ABA48-E541-456C-BF95-191EFD313F65}" srcOrd="1" destOrd="0" presId="urn:microsoft.com/office/officeart/2005/8/layout/target3"/>
    <dgm:cxn modelId="{AF0B976D-1FEA-48AB-B5E6-59DB0AF5B99F}" type="presOf" srcId="{76CD623D-A079-49C1-A40A-365CA20E550A}" destId="{E72FBD1B-76F7-4509-9553-89DDF3391A51}" srcOrd="0" destOrd="0" presId="urn:microsoft.com/office/officeart/2005/8/layout/target3"/>
    <dgm:cxn modelId="{6C8A8F77-E9D2-4155-8E8F-0869D20F9C17}" srcId="{9AED0F0E-D45F-4DAA-B581-17557AAE62EC}" destId="{76CD623D-A079-49C1-A40A-365CA20E550A}" srcOrd="1" destOrd="0" parTransId="{F8452D4C-5B31-45CF-BF8B-7F606041D647}" sibTransId="{5A7F3920-A0DA-4BC3-96A2-3EA8E8901ADF}"/>
    <dgm:cxn modelId="{1C8A007C-4F8C-49B4-A073-D51051BE050C}" type="presOf" srcId="{9736FB2C-598E-4DDB-9870-E765AACA644E}" destId="{33A0E941-46B4-415E-ACD9-6B14C971D619}" srcOrd="0" destOrd="0" presId="urn:microsoft.com/office/officeart/2005/8/layout/target3"/>
    <dgm:cxn modelId="{650D7183-CF24-48DC-A7B2-2C002D472D8A}" srcId="{21828FE4-C04D-4CF2-B2EB-7D5C56179536}" destId="{6F9EEB8D-84C9-43AE-9E7E-DDA9837D04AE}" srcOrd="0" destOrd="0" parTransId="{B89CC533-307A-4C1C-9EED-FCB49671C3BA}" sibTransId="{AFBA7181-B534-4001-8194-E1C5AD9719F1}"/>
    <dgm:cxn modelId="{2F110885-A666-4A7A-9082-DB40854392BF}" type="presOf" srcId="{64E66D2A-E3CE-4895-87E5-0F71BB450AF9}" destId="{3D362F71-C269-4057-957A-7B0F15AA5416}" srcOrd="0" destOrd="0" presId="urn:microsoft.com/office/officeart/2005/8/layout/target3"/>
    <dgm:cxn modelId="{E8949489-0782-454D-8C15-91BAF979B3FA}" type="presOf" srcId="{6F9EEB8D-84C9-43AE-9E7E-DDA9837D04AE}" destId="{2B14A8C5-6A14-4966-B9CB-4CAAC08D8F5E}" srcOrd="0" destOrd="0" presId="urn:microsoft.com/office/officeart/2005/8/layout/target3"/>
    <dgm:cxn modelId="{D8139B8B-F0A2-4978-A68F-061B015CC596}" type="presOf" srcId="{7F24F53E-708D-4318-9FD0-449334C63497}" destId="{D2BBFBF9-28D0-4425-80A7-64625CA90350}" srcOrd="0" destOrd="0" presId="urn:microsoft.com/office/officeart/2005/8/layout/target3"/>
    <dgm:cxn modelId="{75BB2B9B-FEAF-40A7-9668-4B6D06637AC1}" srcId="{9AED0F0E-D45F-4DAA-B581-17557AAE62EC}" destId="{7F24F53E-708D-4318-9FD0-449334C63497}" srcOrd="2" destOrd="0" parTransId="{7A641BDC-2438-438A-8782-41D0CD0D42F3}" sibTransId="{745FE0BE-AF0A-45AA-B235-8B81922616F3}"/>
    <dgm:cxn modelId="{B5F9D0AA-59F8-445B-9859-531D08E052C0}" type="presOf" srcId="{9AED0F0E-D45F-4DAA-B581-17557AAE62EC}" destId="{DAAD6009-0A26-4929-98ED-C8F982B0F67B}" srcOrd="0" destOrd="0" presId="urn:microsoft.com/office/officeart/2005/8/layout/target3"/>
    <dgm:cxn modelId="{C41A23CD-A1ED-482E-B8D5-5F8875E80B8B}" srcId="{7F24F53E-708D-4318-9FD0-449334C63497}" destId="{9736FB2C-598E-4DDB-9870-E765AACA644E}" srcOrd="0" destOrd="0" parTransId="{37D1932A-25AF-4559-8692-CEB0220BAF2D}" sibTransId="{6C46E942-4D43-469F-82A7-8B5914388744}"/>
    <dgm:cxn modelId="{62E91841-97C6-4417-B3D5-26F8520B7CE2}" type="presParOf" srcId="{DAAD6009-0A26-4929-98ED-C8F982B0F67B}" destId="{9DCA3822-EDF1-41E8-9E7F-965F3B8A1CEA}" srcOrd="0" destOrd="0" presId="urn:microsoft.com/office/officeart/2005/8/layout/target3"/>
    <dgm:cxn modelId="{313F922D-28EF-4ED8-878D-450120C5AEA3}" type="presParOf" srcId="{DAAD6009-0A26-4929-98ED-C8F982B0F67B}" destId="{01C2CA83-C7D7-46C3-B3D8-CC135E8080D6}" srcOrd="1" destOrd="0" presId="urn:microsoft.com/office/officeart/2005/8/layout/target3"/>
    <dgm:cxn modelId="{2644C87A-7533-44B7-AC71-A9C698C23E39}" type="presParOf" srcId="{DAAD6009-0A26-4929-98ED-C8F982B0F67B}" destId="{9355A0B4-7551-42BA-B04F-65624D7922E2}" srcOrd="2" destOrd="0" presId="urn:microsoft.com/office/officeart/2005/8/layout/target3"/>
    <dgm:cxn modelId="{BF47317C-CCD1-4E6C-994E-7FBD928CA9E3}" type="presParOf" srcId="{DAAD6009-0A26-4929-98ED-C8F982B0F67B}" destId="{627CCFEA-EB24-4892-A75E-691F37EA54A5}" srcOrd="3" destOrd="0" presId="urn:microsoft.com/office/officeart/2005/8/layout/target3"/>
    <dgm:cxn modelId="{85B55460-5671-4584-AA27-B4D44EFCF443}" type="presParOf" srcId="{DAAD6009-0A26-4929-98ED-C8F982B0F67B}" destId="{9EBBDDCA-B0E9-4C59-B025-9FF6482C1CB8}" srcOrd="4" destOrd="0" presId="urn:microsoft.com/office/officeart/2005/8/layout/target3"/>
    <dgm:cxn modelId="{5F3CCFD5-21B5-47FF-AEB8-64FDA7C9E599}" type="presParOf" srcId="{DAAD6009-0A26-4929-98ED-C8F982B0F67B}" destId="{E72FBD1B-76F7-4509-9553-89DDF3391A51}" srcOrd="5" destOrd="0" presId="urn:microsoft.com/office/officeart/2005/8/layout/target3"/>
    <dgm:cxn modelId="{684BEDF5-C7C8-4DE4-AE64-CD0803AF42AB}" type="presParOf" srcId="{DAAD6009-0A26-4929-98ED-C8F982B0F67B}" destId="{339A785C-72A0-4345-ADC0-257D1FA33CB3}" srcOrd="6" destOrd="0" presId="urn:microsoft.com/office/officeart/2005/8/layout/target3"/>
    <dgm:cxn modelId="{0DB89970-2934-4418-B770-5DC0030760D8}" type="presParOf" srcId="{DAAD6009-0A26-4929-98ED-C8F982B0F67B}" destId="{EBC318A2-4D3F-49E0-B7AD-4CE88FD259EF}" srcOrd="7" destOrd="0" presId="urn:microsoft.com/office/officeart/2005/8/layout/target3"/>
    <dgm:cxn modelId="{ECD836A1-0F76-4F1C-A6FE-6AA9BDB7A7A1}" type="presParOf" srcId="{DAAD6009-0A26-4929-98ED-C8F982B0F67B}" destId="{D2BBFBF9-28D0-4425-80A7-64625CA90350}" srcOrd="8" destOrd="0" presId="urn:microsoft.com/office/officeart/2005/8/layout/target3"/>
    <dgm:cxn modelId="{813D6176-3755-4087-9501-135C96398525}" type="presParOf" srcId="{DAAD6009-0A26-4929-98ED-C8F982B0F67B}" destId="{95F354B6-48EF-4B96-A240-1E1E33C0A6EF}" srcOrd="9" destOrd="0" presId="urn:microsoft.com/office/officeart/2005/8/layout/target3"/>
    <dgm:cxn modelId="{C3977FEA-CB96-4B89-8268-AF8B1C89AE05}" type="presParOf" srcId="{DAAD6009-0A26-4929-98ED-C8F982B0F67B}" destId="{2B14A8C5-6A14-4966-B9CB-4CAAC08D8F5E}" srcOrd="10" destOrd="0" presId="urn:microsoft.com/office/officeart/2005/8/layout/target3"/>
    <dgm:cxn modelId="{E269704D-A549-41DA-ADED-F7F5D83A44D2}" type="presParOf" srcId="{DAAD6009-0A26-4929-98ED-C8F982B0F67B}" destId="{769284CE-17FA-4BD6-AF0A-8697F819E26E}" srcOrd="11" destOrd="0" presId="urn:microsoft.com/office/officeart/2005/8/layout/target3"/>
    <dgm:cxn modelId="{A2E3091A-6FCB-471D-B0FF-7CC7E40824A9}" type="presParOf" srcId="{DAAD6009-0A26-4929-98ED-C8F982B0F67B}" destId="{3D362F71-C269-4057-957A-7B0F15AA5416}" srcOrd="12" destOrd="0" presId="urn:microsoft.com/office/officeart/2005/8/layout/target3"/>
    <dgm:cxn modelId="{120338F2-90EA-4A2D-8A99-7106AFF24D52}" type="presParOf" srcId="{DAAD6009-0A26-4929-98ED-C8F982B0F67B}" destId="{8B6ABA48-E541-456C-BF95-191EFD313F65}" srcOrd="13" destOrd="0" presId="urn:microsoft.com/office/officeart/2005/8/layout/target3"/>
    <dgm:cxn modelId="{5AEC05FD-ED78-4E7A-B010-FB82A78E623F}" type="presParOf" srcId="{DAAD6009-0A26-4929-98ED-C8F982B0F67B}" destId="{33A0E941-46B4-415E-ACD9-6B14C971D619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F4F5BE-B4E6-4D9A-BF53-7EFF268E11A7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E318D2BC-D509-47D5-A6ED-99B1782A4236}">
      <dgm:prSet phldrT="[Text]"/>
      <dgm:spPr>
        <a:solidFill>
          <a:srgbClr val="4A411E"/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Low MWBE participation due to access, not quality</a:t>
          </a:r>
          <a:endParaRPr lang="en-IN" dirty="0">
            <a:latin typeface="Georgia" panose="02040502050405020303" pitchFamily="18" charset="0"/>
          </a:endParaRPr>
        </a:p>
      </dgm:t>
    </dgm:pt>
    <dgm:pt modelId="{319AF61F-DD21-4222-AAFD-B40400A133F8}" type="parTrans" cxnId="{0DC64921-E531-4DCA-BA1E-042A98804208}">
      <dgm:prSet/>
      <dgm:spPr/>
      <dgm:t>
        <a:bodyPr/>
        <a:lstStyle/>
        <a:p>
          <a:endParaRPr lang="en-IN"/>
        </a:p>
      </dgm:t>
    </dgm:pt>
    <dgm:pt modelId="{F95B703A-5832-4982-A653-E0B9EBE9FCC6}" type="sibTrans" cxnId="{0DC64921-E531-4DCA-BA1E-042A98804208}">
      <dgm:prSet/>
      <dgm:spPr/>
      <dgm:t>
        <a:bodyPr/>
        <a:lstStyle/>
        <a:p>
          <a:endParaRPr lang="en-IN"/>
        </a:p>
      </dgm:t>
    </dgm:pt>
    <dgm:pt modelId="{93275412-B284-4450-B0FE-3EDF94E15DD9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Financing is the biggest barrier</a:t>
          </a:r>
          <a:endParaRPr lang="en-IN" dirty="0">
            <a:latin typeface="Georgia" panose="02040502050405020303" pitchFamily="18" charset="0"/>
          </a:endParaRPr>
        </a:p>
      </dgm:t>
    </dgm:pt>
    <dgm:pt modelId="{1E81844B-9DF3-4A7D-AD36-ADAFD1243B6A}" type="parTrans" cxnId="{1B299016-ED30-4032-B184-939B6CFF026C}">
      <dgm:prSet/>
      <dgm:spPr/>
      <dgm:t>
        <a:bodyPr/>
        <a:lstStyle/>
        <a:p>
          <a:endParaRPr lang="en-IN"/>
        </a:p>
      </dgm:t>
    </dgm:pt>
    <dgm:pt modelId="{ED034953-1631-4402-ADED-5C9FD7C71B44}" type="sibTrans" cxnId="{1B299016-ED30-4032-B184-939B6CFF026C}">
      <dgm:prSet/>
      <dgm:spPr/>
      <dgm:t>
        <a:bodyPr/>
        <a:lstStyle/>
        <a:p>
          <a:endParaRPr lang="en-IN"/>
        </a:p>
      </dgm:t>
    </dgm:pt>
    <dgm:pt modelId="{B675E3E0-4747-42BD-B434-98C95EFBDEA4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Procurement teams don’t track diversity</a:t>
          </a:r>
          <a:endParaRPr lang="en-IN" dirty="0">
            <a:latin typeface="Georgia" panose="02040502050405020303" pitchFamily="18" charset="0"/>
          </a:endParaRPr>
        </a:p>
      </dgm:t>
    </dgm:pt>
    <dgm:pt modelId="{DF2DD6C0-1D98-4727-B9CC-12C1324E7C1B}" type="parTrans" cxnId="{CDDFAD6A-1B4B-40D1-B909-14BE7E576AF0}">
      <dgm:prSet/>
      <dgm:spPr/>
      <dgm:t>
        <a:bodyPr/>
        <a:lstStyle/>
        <a:p>
          <a:endParaRPr lang="en-IN"/>
        </a:p>
      </dgm:t>
    </dgm:pt>
    <dgm:pt modelId="{1FCD7B83-468F-428B-A8B4-C4129F00DA97}" type="sibTrans" cxnId="{CDDFAD6A-1B4B-40D1-B909-14BE7E576AF0}">
      <dgm:prSet/>
      <dgm:spPr/>
      <dgm:t>
        <a:bodyPr/>
        <a:lstStyle/>
        <a:p>
          <a:endParaRPr lang="en-IN"/>
        </a:p>
      </dgm:t>
    </dgm:pt>
    <dgm:pt modelId="{2AB12B42-2998-4040-B2B5-CDD2994A88D1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Inclusive supply chains drive returns</a:t>
          </a:r>
          <a:endParaRPr lang="en-IN" dirty="0">
            <a:latin typeface="Georgia" panose="02040502050405020303" pitchFamily="18" charset="0"/>
          </a:endParaRPr>
        </a:p>
      </dgm:t>
    </dgm:pt>
    <dgm:pt modelId="{516E29E0-65CB-458D-8F47-BA77B7867C25}" type="parTrans" cxnId="{DBF40A48-A1D8-4DB7-814F-B3F34D991F37}">
      <dgm:prSet/>
      <dgm:spPr/>
      <dgm:t>
        <a:bodyPr/>
        <a:lstStyle/>
        <a:p>
          <a:endParaRPr lang="en-IN"/>
        </a:p>
      </dgm:t>
    </dgm:pt>
    <dgm:pt modelId="{9D619D81-B3BD-4873-97D0-19DE34C50BF0}" type="sibTrans" cxnId="{DBF40A48-A1D8-4DB7-814F-B3F34D991F37}">
      <dgm:prSet/>
      <dgm:spPr/>
      <dgm:t>
        <a:bodyPr/>
        <a:lstStyle/>
        <a:p>
          <a:endParaRPr lang="en-IN"/>
        </a:p>
      </dgm:t>
    </dgm:pt>
    <dgm:pt modelId="{9BF6894F-9FF4-423B-A0AD-181322671A77}">
      <dgm:prSet phldrT="[Text]"/>
      <dgm:spPr>
        <a:solidFill>
          <a:srgbClr val="006600"/>
        </a:solidFill>
      </dgm:spPr>
      <dgm:t>
        <a:bodyPr/>
        <a:lstStyle/>
        <a:p>
          <a:r>
            <a:rPr lang="en-IN" dirty="0">
              <a:latin typeface="Georgia" panose="02040502050405020303" pitchFamily="18" charset="0"/>
            </a:rPr>
            <a:t>Bias impacts decision making</a:t>
          </a:r>
        </a:p>
      </dgm:t>
    </dgm:pt>
    <dgm:pt modelId="{9130B683-0DB3-44ED-AE16-23E3FE47FA19}" type="parTrans" cxnId="{7CDBF00C-1FF7-4FAD-B74B-E66348699156}">
      <dgm:prSet/>
      <dgm:spPr/>
      <dgm:t>
        <a:bodyPr/>
        <a:lstStyle/>
        <a:p>
          <a:endParaRPr lang="en-IN"/>
        </a:p>
      </dgm:t>
    </dgm:pt>
    <dgm:pt modelId="{64F48BFE-D890-452E-A4D7-3067287FC746}" type="sibTrans" cxnId="{7CDBF00C-1FF7-4FAD-B74B-E66348699156}">
      <dgm:prSet/>
      <dgm:spPr/>
      <dgm:t>
        <a:bodyPr/>
        <a:lstStyle/>
        <a:p>
          <a:endParaRPr lang="en-IN"/>
        </a:p>
      </dgm:t>
    </dgm:pt>
    <dgm:pt modelId="{01254B07-D4B5-4FE1-9FDE-08222C2C1811}" type="pres">
      <dgm:prSet presAssocID="{B7F4F5BE-B4E6-4D9A-BF53-7EFF268E11A7}" presName="linear" presStyleCnt="0">
        <dgm:presLayoutVars>
          <dgm:dir/>
          <dgm:animLvl val="lvl"/>
          <dgm:resizeHandles val="exact"/>
        </dgm:presLayoutVars>
      </dgm:prSet>
      <dgm:spPr/>
    </dgm:pt>
    <dgm:pt modelId="{20116F75-A485-400E-813B-5BBF30FBF1B2}" type="pres">
      <dgm:prSet presAssocID="{E318D2BC-D509-47D5-A6ED-99B1782A4236}" presName="parentLin" presStyleCnt="0"/>
      <dgm:spPr/>
    </dgm:pt>
    <dgm:pt modelId="{0FA12461-427C-4863-8DC1-A6362143C50C}" type="pres">
      <dgm:prSet presAssocID="{E318D2BC-D509-47D5-A6ED-99B1782A4236}" presName="parentLeftMargin" presStyleLbl="node1" presStyleIdx="0" presStyleCnt="5"/>
      <dgm:spPr/>
    </dgm:pt>
    <dgm:pt modelId="{3E45CE23-E3D4-4B87-B0B0-82C306226637}" type="pres">
      <dgm:prSet presAssocID="{E318D2BC-D509-47D5-A6ED-99B1782A423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52D254D-FE1C-4808-81E1-79969AE58F8C}" type="pres">
      <dgm:prSet presAssocID="{E318D2BC-D509-47D5-A6ED-99B1782A4236}" presName="negativeSpace" presStyleCnt="0"/>
      <dgm:spPr/>
    </dgm:pt>
    <dgm:pt modelId="{169D6CE6-E2F8-4873-9360-5D05F0FC7FE1}" type="pres">
      <dgm:prSet presAssocID="{E318D2BC-D509-47D5-A6ED-99B1782A4236}" presName="childText" presStyleLbl="conFgAcc1" presStyleIdx="0" presStyleCnt="5">
        <dgm:presLayoutVars>
          <dgm:bulletEnabled val="1"/>
        </dgm:presLayoutVars>
      </dgm:prSet>
      <dgm:spPr/>
    </dgm:pt>
    <dgm:pt modelId="{C5092036-A847-4EF5-8FA2-A9C1239DBECD}" type="pres">
      <dgm:prSet presAssocID="{F95B703A-5832-4982-A653-E0B9EBE9FCC6}" presName="spaceBetweenRectangles" presStyleCnt="0"/>
      <dgm:spPr/>
    </dgm:pt>
    <dgm:pt modelId="{935F6B35-346C-4104-82EF-225681508352}" type="pres">
      <dgm:prSet presAssocID="{93275412-B284-4450-B0FE-3EDF94E15DD9}" presName="parentLin" presStyleCnt="0"/>
      <dgm:spPr/>
    </dgm:pt>
    <dgm:pt modelId="{CF297C98-9E08-4CA6-9446-3403CC11A281}" type="pres">
      <dgm:prSet presAssocID="{93275412-B284-4450-B0FE-3EDF94E15DD9}" presName="parentLeftMargin" presStyleLbl="node1" presStyleIdx="0" presStyleCnt="5"/>
      <dgm:spPr/>
    </dgm:pt>
    <dgm:pt modelId="{C481C071-8DDE-409B-88D8-1D05888F46CC}" type="pres">
      <dgm:prSet presAssocID="{93275412-B284-4450-B0FE-3EDF94E15DD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A9F77A4-D152-463C-A062-A10E28D43E06}" type="pres">
      <dgm:prSet presAssocID="{93275412-B284-4450-B0FE-3EDF94E15DD9}" presName="negativeSpace" presStyleCnt="0"/>
      <dgm:spPr/>
    </dgm:pt>
    <dgm:pt modelId="{FCBD7CD0-20BF-4B43-A743-5A9151AA0A27}" type="pres">
      <dgm:prSet presAssocID="{93275412-B284-4450-B0FE-3EDF94E15DD9}" presName="childText" presStyleLbl="conFgAcc1" presStyleIdx="1" presStyleCnt="5">
        <dgm:presLayoutVars>
          <dgm:bulletEnabled val="1"/>
        </dgm:presLayoutVars>
      </dgm:prSet>
      <dgm:spPr/>
    </dgm:pt>
    <dgm:pt modelId="{BB685AAA-66D7-4587-815F-0ABABF72D0AF}" type="pres">
      <dgm:prSet presAssocID="{ED034953-1631-4402-ADED-5C9FD7C71B44}" presName="spaceBetweenRectangles" presStyleCnt="0"/>
      <dgm:spPr/>
    </dgm:pt>
    <dgm:pt modelId="{D7DD8D5B-056C-48AE-8A67-B7B2547D1160}" type="pres">
      <dgm:prSet presAssocID="{B675E3E0-4747-42BD-B434-98C95EFBDEA4}" presName="parentLin" presStyleCnt="0"/>
      <dgm:spPr/>
    </dgm:pt>
    <dgm:pt modelId="{26E73FD4-4CAD-4B57-8886-CCC766E7F44F}" type="pres">
      <dgm:prSet presAssocID="{B675E3E0-4747-42BD-B434-98C95EFBDEA4}" presName="parentLeftMargin" presStyleLbl="node1" presStyleIdx="1" presStyleCnt="5"/>
      <dgm:spPr/>
    </dgm:pt>
    <dgm:pt modelId="{26CE81AF-9873-458F-B9F2-4FC3A2D4C46E}" type="pres">
      <dgm:prSet presAssocID="{B675E3E0-4747-42BD-B434-98C95EFBDE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FCFCFD1-BA5F-474E-987C-B6474C6D75EF}" type="pres">
      <dgm:prSet presAssocID="{B675E3E0-4747-42BD-B434-98C95EFBDEA4}" presName="negativeSpace" presStyleCnt="0"/>
      <dgm:spPr/>
    </dgm:pt>
    <dgm:pt modelId="{F5BFA876-3901-457A-BF1A-07E7B261158D}" type="pres">
      <dgm:prSet presAssocID="{B675E3E0-4747-42BD-B434-98C95EFBDEA4}" presName="childText" presStyleLbl="conFgAcc1" presStyleIdx="2" presStyleCnt="5">
        <dgm:presLayoutVars>
          <dgm:bulletEnabled val="1"/>
        </dgm:presLayoutVars>
      </dgm:prSet>
      <dgm:spPr/>
    </dgm:pt>
    <dgm:pt modelId="{09A5B737-7FDC-4EEE-B94C-4E0C52BC2AC0}" type="pres">
      <dgm:prSet presAssocID="{1FCD7B83-468F-428B-A8B4-C4129F00DA97}" presName="spaceBetweenRectangles" presStyleCnt="0"/>
      <dgm:spPr/>
    </dgm:pt>
    <dgm:pt modelId="{A3F248F9-686A-4220-A8BB-D97AD50182BA}" type="pres">
      <dgm:prSet presAssocID="{2AB12B42-2998-4040-B2B5-CDD2994A88D1}" presName="parentLin" presStyleCnt="0"/>
      <dgm:spPr/>
    </dgm:pt>
    <dgm:pt modelId="{6551FC04-FC36-4A99-8E0F-AF0417C83EF4}" type="pres">
      <dgm:prSet presAssocID="{2AB12B42-2998-4040-B2B5-CDD2994A88D1}" presName="parentLeftMargin" presStyleLbl="node1" presStyleIdx="2" presStyleCnt="5"/>
      <dgm:spPr/>
    </dgm:pt>
    <dgm:pt modelId="{595CBB4A-C92D-4052-9450-CAE26B801190}" type="pres">
      <dgm:prSet presAssocID="{2AB12B42-2998-4040-B2B5-CDD2994A88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9076ED4-6F48-46AE-8A12-980711DA7FA0}" type="pres">
      <dgm:prSet presAssocID="{2AB12B42-2998-4040-B2B5-CDD2994A88D1}" presName="negativeSpace" presStyleCnt="0"/>
      <dgm:spPr/>
    </dgm:pt>
    <dgm:pt modelId="{92775529-1D6E-4051-A437-3205DF09B36C}" type="pres">
      <dgm:prSet presAssocID="{2AB12B42-2998-4040-B2B5-CDD2994A88D1}" presName="childText" presStyleLbl="conFgAcc1" presStyleIdx="3" presStyleCnt="5">
        <dgm:presLayoutVars>
          <dgm:bulletEnabled val="1"/>
        </dgm:presLayoutVars>
      </dgm:prSet>
      <dgm:spPr/>
    </dgm:pt>
    <dgm:pt modelId="{B03F01ED-4881-4189-BFF7-7D514D33B75C}" type="pres">
      <dgm:prSet presAssocID="{9D619D81-B3BD-4873-97D0-19DE34C50BF0}" presName="spaceBetweenRectangles" presStyleCnt="0"/>
      <dgm:spPr/>
    </dgm:pt>
    <dgm:pt modelId="{DC6AF29F-6534-4D97-8903-19761930114D}" type="pres">
      <dgm:prSet presAssocID="{9BF6894F-9FF4-423B-A0AD-181322671A77}" presName="parentLin" presStyleCnt="0"/>
      <dgm:spPr/>
    </dgm:pt>
    <dgm:pt modelId="{5910C0B6-0316-4DAD-9FDE-00D624B2A38F}" type="pres">
      <dgm:prSet presAssocID="{9BF6894F-9FF4-423B-A0AD-181322671A77}" presName="parentLeftMargin" presStyleLbl="node1" presStyleIdx="3" presStyleCnt="5"/>
      <dgm:spPr/>
    </dgm:pt>
    <dgm:pt modelId="{43188498-BB09-424A-808B-5D47923FDB1E}" type="pres">
      <dgm:prSet presAssocID="{9BF6894F-9FF4-423B-A0AD-181322671A7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E4AC718-BC87-4F1D-9319-4C89324076F5}" type="pres">
      <dgm:prSet presAssocID="{9BF6894F-9FF4-423B-A0AD-181322671A77}" presName="negativeSpace" presStyleCnt="0"/>
      <dgm:spPr/>
    </dgm:pt>
    <dgm:pt modelId="{C5088FD3-5835-4DF2-8A09-D2F6E71C7BCC}" type="pres">
      <dgm:prSet presAssocID="{9BF6894F-9FF4-423B-A0AD-181322671A7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84A7803-6B73-46E4-BB5C-632889F5B619}" type="presOf" srcId="{93275412-B284-4450-B0FE-3EDF94E15DD9}" destId="{C481C071-8DDE-409B-88D8-1D05888F46CC}" srcOrd="1" destOrd="0" presId="urn:microsoft.com/office/officeart/2005/8/layout/list1"/>
    <dgm:cxn modelId="{7CDBF00C-1FF7-4FAD-B74B-E66348699156}" srcId="{B7F4F5BE-B4E6-4D9A-BF53-7EFF268E11A7}" destId="{9BF6894F-9FF4-423B-A0AD-181322671A77}" srcOrd="4" destOrd="0" parTransId="{9130B683-0DB3-44ED-AE16-23E3FE47FA19}" sibTransId="{64F48BFE-D890-452E-A4D7-3067287FC746}"/>
    <dgm:cxn modelId="{1B299016-ED30-4032-B184-939B6CFF026C}" srcId="{B7F4F5BE-B4E6-4D9A-BF53-7EFF268E11A7}" destId="{93275412-B284-4450-B0FE-3EDF94E15DD9}" srcOrd="1" destOrd="0" parTransId="{1E81844B-9DF3-4A7D-AD36-ADAFD1243B6A}" sibTransId="{ED034953-1631-4402-ADED-5C9FD7C71B44}"/>
    <dgm:cxn modelId="{0DC64921-E531-4DCA-BA1E-042A98804208}" srcId="{B7F4F5BE-B4E6-4D9A-BF53-7EFF268E11A7}" destId="{E318D2BC-D509-47D5-A6ED-99B1782A4236}" srcOrd="0" destOrd="0" parTransId="{319AF61F-DD21-4222-AAFD-B40400A133F8}" sibTransId="{F95B703A-5832-4982-A653-E0B9EBE9FCC6}"/>
    <dgm:cxn modelId="{32A8792F-75F7-491E-8187-C292D92EE5AD}" type="presOf" srcId="{B675E3E0-4747-42BD-B434-98C95EFBDEA4}" destId="{26E73FD4-4CAD-4B57-8886-CCC766E7F44F}" srcOrd="0" destOrd="0" presId="urn:microsoft.com/office/officeart/2005/8/layout/list1"/>
    <dgm:cxn modelId="{78F67732-38D2-4446-AD6A-6DD1F8CDBEE1}" type="presOf" srcId="{E318D2BC-D509-47D5-A6ED-99B1782A4236}" destId="{3E45CE23-E3D4-4B87-B0B0-82C306226637}" srcOrd="1" destOrd="0" presId="urn:microsoft.com/office/officeart/2005/8/layout/list1"/>
    <dgm:cxn modelId="{DBF40A48-A1D8-4DB7-814F-B3F34D991F37}" srcId="{B7F4F5BE-B4E6-4D9A-BF53-7EFF268E11A7}" destId="{2AB12B42-2998-4040-B2B5-CDD2994A88D1}" srcOrd="3" destOrd="0" parTransId="{516E29E0-65CB-458D-8F47-BA77B7867C25}" sibTransId="{9D619D81-B3BD-4873-97D0-19DE34C50BF0}"/>
    <dgm:cxn modelId="{FB831248-D4AB-43F8-A425-EBF90A865783}" type="presOf" srcId="{2AB12B42-2998-4040-B2B5-CDD2994A88D1}" destId="{6551FC04-FC36-4A99-8E0F-AF0417C83EF4}" srcOrd="0" destOrd="0" presId="urn:microsoft.com/office/officeart/2005/8/layout/list1"/>
    <dgm:cxn modelId="{CDDFAD6A-1B4B-40D1-B909-14BE7E576AF0}" srcId="{B7F4F5BE-B4E6-4D9A-BF53-7EFF268E11A7}" destId="{B675E3E0-4747-42BD-B434-98C95EFBDEA4}" srcOrd="2" destOrd="0" parTransId="{DF2DD6C0-1D98-4727-B9CC-12C1324E7C1B}" sibTransId="{1FCD7B83-468F-428B-A8B4-C4129F00DA97}"/>
    <dgm:cxn modelId="{5AB8326D-0ECF-4B47-A3BA-16431F726EE8}" type="presOf" srcId="{9BF6894F-9FF4-423B-A0AD-181322671A77}" destId="{5910C0B6-0316-4DAD-9FDE-00D624B2A38F}" srcOrd="0" destOrd="0" presId="urn:microsoft.com/office/officeart/2005/8/layout/list1"/>
    <dgm:cxn modelId="{CE39EC7C-2D75-49AA-851C-A746027FEE3B}" type="presOf" srcId="{B675E3E0-4747-42BD-B434-98C95EFBDEA4}" destId="{26CE81AF-9873-458F-B9F2-4FC3A2D4C46E}" srcOrd="1" destOrd="0" presId="urn:microsoft.com/office/officeart/2005/8/layout/list1"/>
    <dgm:cxn modelId="{2C9B7188-6350-4FB1-B941-A73CE2652480}" type="presOf" srcId="{2AB12B42-2998-4040-B2B5-CDD2994A88D1}" destId="{595CBB4A-C92D-4052-9450-CAE26B801190}" srcOrd="1" destOrd="0" presId="urn:microsoft.com/office/officeart/2005/8/layout/list1"/>
    <dgm:cxn modelId="{CA639CB1-9E88-4DBF-80C4-FBE51B15660E}" type="presOf" srcId="{9BF6894F-9FF4-423B-A0AD-181322671A77}" destId="{43188498-BB09-424A-808B-5D47923FDB1E}" srcOrd="1" destOrd="0" presId="urn:microsoft.com/office/officeart/2005/8/layout/list1"/>
    <dgm:cxn modelId="{A384B8B6-638A-4D8C-B696-38F5E4059E0B}" type="presOf" srcId="{E318D2BC-D509-47D5-A6ED-99B1782A4236}" destId="{0FA12461-427C-4863-8DC1-A6362143C50C}" srcOrd="0" destOrd="0" presId="urn:microsoft.com/office/officeart/2005/8/layout/list1"/>
    <dgm:cxn modelId="{086085DF-DCD6-433C-BDDD-6E147432069E}" type="presOf" srcId="{B7F4F5BE-B4E6-4D9A-BF53-7EFF268E11A7}" destId="{01254B07-D4B5-4FE1-9FDE-08222C2C1811}" srcOrd="0" destOrd="0" presId="urn:microsoft.com/office/officeart/2005/8/layout/list1"/>
    <dgm:cxn modelId="{A29BE4FB-9F57-44E1-81EE-8AC56F575D06}" type="presOf" srcId="{93275412-B284-4450-B0FE-3EDF94E15DD9}" destId="{CF297C98-9E08-4CA6-9446-3403CC11A281}" srcOrd="0" destOrd="0" presId="urn:microsoft.com/office/officeart/2005/8/layout/list1"/>
    <dgm:cxn modelId="{7E2597D8-3433-4462-B61F-38A8EC2D753A}" type="presParOf" srcId="{01254B07-D4B5-4FE1-9FDE-08222C2C1811}" destId="{20116F75-A485-400E-813B-5BBF30FBF1B2}" srcOrd="0" destOrd="0" presId="urn:microsoft.com/office/officeart/2005/8/layout/list1"/>
    <dgm:cxn modelId="{E9CEC0ED-ED23-44C4-8ECA-5DC222A0224B}" type="presParOf" srcId="{20116F75-A485-400E-813B-5BBF30FBF1B2}" destId="{0FA12461-427C-4863-8DC1-A6362143C50C}" srcOrd="0" destOrd="0" presId="urn:microsoft.com/office/officeart/2005/8/layout/list1"/>
    <dgm:cxn modelId="{D5336F4A-4037-456F-B615-3D9A7ACEB813}" type="presParOf" srcId="{20116F75-A485-400E-813B-5BBF30FBF1B2}" destId="{3E45CE23-E3D4-4B87-B0B0-82C306226637}" srcOrd="1" destOrd="0" presId="urn:microsoft.com/office/officeart/2005/8/layout/list1"/>
    <dgm:cxn modelId="{97297073-C518-4E39-A61D-C78D30D5814A}" type="presParOf" srcId="{01254B07-D4B5-4FE1-9FDE-08222C2C1811}" destId="{252D254D-FE1C-4808-81E1-79969AE58F8C}" srcOrd="1" destOrd="0" presId="urn:microsoft.com/office/officeart/2005/8/layout/list1"/>
    <dgm:cxn modelId="{C4FA2D15-39E0-4D0C-B81F-E893C477C373}" type="presParOf" srcId="{01254B07-D4B5-4FE1-9FDE-08222C2C1811}" destId="{169D6CE6-E2F8-4873-9360-5D05F0FC7FE1}" srcOrd="2" destOrd="0" presId="urn:microsoft.com/office/officeart/2005/8/layout/list1"/>
    <dgm:cxn modelId="{15C7CA5B-EDBF-45E0-9D81-6BD970F0329C}" type="presParOf" srcId="{01254B07-D4B5-4FE1-9FDE-08222C2C1811}" destId="{C5092036-A847-4EF5-8FA2-A9C1239DBECD}" srcOrd="3" destOrd="0" presId="urn:microsoft.com/office/officeart/2005/8/layout/list1"/>
    <dgm:cxn modelId="{914162C1-7282-44E4-AC19-0F3F8A24013B}" type="presParOf" srcId="{01254B07-D4B5-4FE1-9FDE-08222C2C1811}" destId="{935F6B35-346C-4104-82EF-225681508352}" srcOrd="4" destOrd="0" presId="urn:microsoft.com/office/officeart/2005/8/layout/list1"/>
    <dgm:cxn modelId="{274F3412-B33A-4183-8349-FA39C916C122}" type="presParOf" srcId="{935F6B35-346C-4104-82EF-225681508352}" destId="{CF297C98-9E08-4CA6-9446-3403CC11A281}" srcOrd="0" destOrd="0" presId="urn:microsoft.com/office/officeart/2005/8/layout/list1"/>
    <dgm:cxn modelId="{5736C256-DD58-4449-A93C-66A3A1E6884B}" type="presParOf" srcId="{935F6B35-346C-4104-82EF-225681508352}" destId="{C481C071-8DDE-409B-88D8-1D05888F46CC}" srcOrd="1" destOrd="0" presId="urn:microsoft.com/office/officeart/2005/8/layout/list1"/>
    <dgm:cxn modelId="{8EBCA51A-C5D1-4AA7-A7AD-F0C9F0B6CD9E}" type="presParOf" srcId="{01254B07-D4B5-4FE1-9FDE-08222C2C1811}" destId="{1A9F77A4-D152-463C-A062-A10E28D43E06}" srcOrd="5" destOrd="0" presId="urn:microsoft.com/office/officeart/2005/8/layout/list1"/>
    <dgm:cxn modelId="{33BB2A55-857F-4496-A239-A6FA0671AD7B}" type="presParOf" srcId="{01254B07-D4B5-4FE1-9FDE-08222C2C1811}" destId="{FCBD7CD0-20BF-4B43-A743-5A9151AA0A27}" srcOrd="6" destOrd="0" presId="urn:microsoft.com/office/officeart/2005/8/layout/list1"/>
    <dgm:cxn modelId="{4203A0BE-12C5-43DE-BD8D-6D47C8092600}" type="presParOf" srcId="{01254B07-D4B5-4FE1-9FDE-08222C2C1811}" destId="{BB685AAA-66D7-4587-815F-0ABABF72D0AF}" srcOrd="7" destOrd="0" presId="urn:microsoft.com/office/officeart/2005/8/layout/list1"/>
    <dgm:cxn modelId="{2D550B21-094F-49B9-8B67-B25D04E45358}" type="presParOf" srcId="{01254B07-D4B5-4FE1-9FDE-08222C2C1811}" destId="{D7DD8D5B-056C-48AE-8A67-B7B2547D1160}" srcOrd="8" destOrd="0" presId="urn:microsoft.com/office/officeart/2005/8/layout/list1"/>
    <dgm:cxn modelId="{ABBCE023-6F9B-4B55-85C9-46A2C07C129A}" type="presParOf" srcId="{D7DD8D5B-056C-48AE-8A67-B7B2547D1160}" destId="{26E73FD4-4CAD-4B57-8886-CCC766E7F44F}" srcOrd="0" destOrd="0" presId="urn:microsoft.com/office/officeart/2005/8/layout/list1"/>
    <dgm:cxn modelId="{E7443647-2227-4CF8-9C43-C81B7D963313}" type="presParOf" srcId="{D7DD8D5B-056C-48AE-8A67-B7B2547D1160}" destId="{26CE81AF-9873-458F-B9F2-4FC3A2D4C46E}" srcOrd="1" destOrd="0" presId="urn:microsoft.com/office/officeart/2005/8/layout/list1"/>
    <dgm:cxn modelId="{2857463D-FFD8-4ACD-BADB-40B5A338C473}" type="presParOf" srcId="{01254B07-D4B5-4FE1-9FDE-08222C2C1811}" destId="{EFCFCFD1-BA5F-474E-987C-B6474C6D75EF}" srcOrd="9" destOrd="0" presId="urn:microsoft.com/office/officeart/2005/8/layout/list1"/>
    <dgm:cxn modelId="{AC2A9E43-2F23-4E91-83F0-00FBC8EB3D1C}" type="presParOf" srcId="{01254B07-D4B5-4FE1-9FDE-08222C2C1811}" destId="{F5BFA876-3901-457A-BF1A-07E7B261158D}" srcOrd="10" destOrd="0" presId="urn:microsoft.com/office/officeart/2005/8/layout/list1"/>
    <dgm:cxn modelId="{0A860BBF-DD9C-41F5-8F76-24051AEB63D9}" type="presParOf" srcId="{01254B07-D4B5-4FE1-9FDE-08222C2C1811}" destId="{09A5B737-7FDC-4EEE-B94C-4E0C52BC2AC0}" srcOrd="11" destOrd="0" presId="urn:microsoft.com/office/officeart/2005/8/layout/list1"/>
    <dgm:cxn modelId="{DE3EAFCA-D230-4010-AF98-D903134C872F}" type="presParOf" srcId="{01254B07-D4B5-4FE1-9FDE-08222C2C1811}" destId="{A3F248F9-686A-4220-A8BB-D97AD50182BA}" srcOrd="12" destOrd="0" presId="urn:microsoft.com/office/officeart/2005/8/layout/list1"/>
    <dgm:cxn modelId="{16C1DEEB-6217-4576-8BB4-151CF1429E9F}" type="presParOf" srcId="{A3F248F9-686A-4220-A8BB-D97AD50182BA}" destId="{6551FC04-FC36-4A99-8E0F-AF0417C83EF4}" srcOrd="0" destOrd="0" presId="urn:microsoft.com/office/officeart/2005/8/layout/list1"/>
    <dgm:cxn modelId="{B329423F-00D6-42CB-8306-AB7984999DB9}" type="presParOf" srcId="{A3F248F9-686A-4220-A8BB-D97AD50182BA}" destId="{595CBB4A-C92D-4052-9450-CAE26B801190}" srcOrd="1" destOrd="0" presId="urn:microsoft.com/office/officeart/2005/8/layout/list1"/>
    <dgm:cxn modelId="{4DAAE3D8-A102-4967-9513-7442811BF3F0}" type="presParOf" srcId="{01254B07-D4B5-4FE1-9FDE-08222C2C1811}" destId="{F9076ED4-6F48-46AE-8A12-980711DA7FA0}" srcOrd="13" destOrd="0" presId="urn:microsoft.com/office/officeart/2005/8/layout/list1"/>
    <dgm:cxn modelId="{2C05E911-31B4-4445-8D34-6664CD5C0B8F}" type="presParOf" srcId="{01254B07-D4B5-4FE1-9FDE-08222C2C1811}" destId="{92775529-1D6E-4051-A437-3205DF09B36C}" srcOrd="14" destOrd="0" presId="urn:microsoft.com/office/officeart/2005/8/layout/list1"/>
    <dgm:cxn modelId="{67150560-94DA-4043-A526-ABE5B828370A}" type="presParOf" srcId="{01254B07-D4B5-4FE1-9FDE-08222C2C1811}" destId="{B03F01ED-4881-4189-BFF7-7D514D33B75C}" srcOrd="15" destOrd="0" presId="urn:microsoft.com/office/officeart/2005/8/layout/list1"/>
    <dgm:cxn modelId="{E25A5412-81BF-43B8-B040-AFA7DFF2F7C9}" type="presParOf" srcId="{01254B07-D4B5-4FE1-9FDE-08222C2C1811}" destId="{DC6AF29F-6534-4D97-8903-19761930114D}" srcOrd="16" destOrd="0" presId="urn:microsoft.com/office/officeart/2005/8/layout/list1"/>
    <dgm:cxn modelId="{286D3AAF-4EBB-4362-BCD6-16A12526C754}" type="presParOf" srcId="{DC6AF29F-6534-4D97-8903-19761930114D}" destId="{5910C0B6-0316-4DAD-9FDE-00D624B2A38F}" srcOrd="0" destOrd="0" presId="urn:microsoft.com/office/officeart/2005/8/layout/list1"/>
    <dgm:cxn modelId="{43B1390A-348E-4B83-BED0-923B70FBDC15}" type="presParOf" srcId="{DC6AF29F-6534-4D97-8903-19761930114D}" destId="{43188498-BB09-424A-808B-5D47923FDB1E}" srcOrd="1" destOrd="0" presId="urn:microsoft.com/office/officeart/2005/8/layout/list1"/>
    <dgm:cxn modelId="{27BC4CD2-5968-4446-8316-C99B3C7CC3C4}" type="presParOf" srcId="{01254B07-D4B5-4FE1-9FDE-08222C2C1811}" destId="{BE4AC718-BC87-4F1D-9319-4C89324076F5}" srcOrd="17" destOrd="0" presId="urn:microsoft.com/office/officeart/2005/8/layout/list1"/>
    <dgm:cxn modelId="{FBF4C2AF-1F27-41C7-9904-1EA7B9870F37}" type="presParOf" srcId="{01254B07-D4B5-4FE1-9FDE-08222C2C1811}" destId="{C5088FD3-5835-4DF2-8A09-D2F6E71C7BC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7E315-9D9C-405C-ACD4-D75B0D1AE6B2}">
      <dsp:nvSpPr>
        <dsp:cNvPr id="0" name=""/>
        <dsp:cNvSpPr/>
      </dsp:nvSpPr>
      <dsp:spPr>
        <a:xfrm>
          <a:off x="585238" y="909"/>
          <a:ext cx="1490862" cy="10679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Limited Access to Buyers</a:t>
          </a:r>
          <a:r>
            <a:rPr lang="en-IN" sz="1500" kern="1200" dirty="0">
              <a:latin typeface="Georgia" panose="02040502050405020303" pitchFamily="18" charset="0"/>
            </a:rPr>
            <a:t> </a:t>
          </a:r>
        </a:p>
      </dsp:txBody>
      <dsp:txXfrm>
        <a:off x="803570" y="157301"/>
        <a:ext cx="1054198" cy="755129"/>
      </dsp:txXfrm>
    </dsp:sp>
    <dsp:sp modelId="{7EC743C5-F38B-42AD-8B0E-602F67C2E285}">
      <dsp:nvSpPr>
        <dsp:cNvPr id="0" name=""/>
        <dsp:cNvSpPr/>
      </dsp:nvSpPr>
      <dsp:spPr>
        <a:xfrm>
          <a:off x="1098737" y="1133763"/>
          <a:ext cx="463865" cy="463865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>
            <a:latin typeface="Georgia" panose="02040502050405020303" pitchFamily="18" charset="0"/>
          </a:endParaRPr>
        </a:p>
      </dsp:txBody>
      <dsp:txXfrm>
        <a:off x="1160222" y="1311145"/>
        <a:ext cx="340895" cy="109101"/>
      </dsp:txXfrm>
    </dsp:sp>
    <dsp:sp modelId="{BF09806B-65CE-4B71-B11F-112D5F80103D}">
      <dsp:nvSpPr>
        <dsp:cNvPr id="0" name=""/>
        <dsp:cNvSpPr/>
      </dsp:nvSpPr>
      <dsp:spPr>
        <a:xfrm>
          <a:off x="554167" y="1662570"/>
          <a:ext cx="1553004" cy="11923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4D3E2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Complex Procurement Processes</a:t>
          </a:r>
        </a:p>
      </dsp:txBody>
      <dsp:txXfrm>
        <a:off x="781599" y="1837183"/>
        <a:ext cx="1098140" cy="843107"/>
      </dsp:txXfrm>
    </dsp:sp>
    <dsp:sp modelId="{913C357C-B262-40CA-8609-3C8CA6772A34}">
      <dsp:nvSpPr>
        <dsp:cNvPr id="0" name=""/>
        <dsp:cNvSpPr/>
      </dsp:nvSpPr>
      <dsp:spPr>
        <a:xfrm>
          <a:off x="1098737" y="2919844"/>
          <a:ext cx="463865" cy="463865"/>
        </a:xfrm>
        <a:prstGeom prst="mathPlus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>
            <a:latin typeface="Georgia" panose="02040502050405020303" pitchFamily="18" charset="0"/>
          </a:endParaRPr>
        </a:p>
      </dsp:txBody>
      <dsp:txXfrm>
        <a:off x="1160222" y="3097226"/>
        <a:ext cx="340895" cy="109101"/>
      </dsp:txXfrm>
    </dsp:sp>
    <dsp:sp modelId="{0509EF07-A6AA-41BC-9EF9-780533268613}">
      <dsp:nvSpPr>
        <dsp:cNvPr id="0" name=""/>
        <dsp:cNvSpPr/>
      </dsp:nvSpPr>
      <dsp:spPr>
        <a:xfrm>
          <a:off x="457127" y="3448651"/>
          <a:ext cx="1747084" cy="127369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4D3E2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Financing Constraints</a:t>
          </a:r>
          <a:endParaRPr lang="en-IN" sz="1500" kern="1200" dirty="0">
            <a:latin typeface="Georgia" panose="02040502050405020303" pitchFamily="18" charset="0"/>
          </a:endParaRPr>
        </a:p>
      </dsp:txBody>
      <dsp:txXfrm>
        <a:off x="712982" y="3635179"/>
        <a:ext cx="1235374" cy="900637"/>
      </dsp:txXfrm>
    </dsp:sp>
    <dsp:sp modelId="{2480DF83-8F51-41AB-A428-881D0FE69340}">
      <dsp:nvSpPr>
        <dsp:cNvPr id="0" name=""/>
        <dsp:cNvSpPr/>
      </dsp:nvSpPr>
      <dsp:spPr>
        <a:xfrm>
          <a:off x="2324176" y="2212870"/>
          <a:ext cx="254326" cy="297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Georgia" panose="02040502050405020303" pitchFamily="18" charset="0"/>
          </a:endParaRPr>
        </a:p>
      </dsp:txBody>
      <dsp:txXfrm>
        <a:off x="2324176" y="2272373"/>
        <a:ext cx="178028" cy="178507"/>
      </dsp:txXfrm>
    </dsp:sp>
    <dsp:sp modelId="{DC3098BE-6FC8-4F01-B170-DAF4A291BA83}">
      <dsp:nvSpPr>
        <dsp:cNvPr id="0" name=""/>
        <dsp:cNvSpPr/>
      </dsp:nvSpPr>
      <dsp:spPr>
        <a:xfrm>
          <a:off x="2684072" y="1561859"/>
          <a:ext cx="1599535" cy="1599535"/>
        </a:xfrm>
        <a:prstGeom prst="ellipse">
          <a:avLst/>
        </a:prstGeom>
        <a:solidFill>
          <a:srgbClr val="006600"/>
        </a:solidFill>
        <a:ln w="38100" cap="flat" cmpd="sng" algn="ctr">
          <a:solidFill>
            <a:srgbClr val="261F10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Georgia" panose="02040502050405020303" pitchFamily="18" charset="0"/>
            </a:rPr>
            <a:t>Problems</a:t>
          </a:r>
          <a:endParaRPr lang="en-IN" sz="2000" kern="1200" dirty="0">
            <a:latin typeface="Georgia" panose="02040502050405020303" pitchFamily="18" charset="0"/>
          </a:endParaRPr>
        </a:p>
      </dsp:txBody>
      <dsp:txXfrm>
        <a:off x="2918318" y="1796105"/>
        <a:ext cx="1131043" cy="1131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7E315-9D9C-405C-ACD4-D75B0D1AE6B2}">
      <dsp:nvSpPr>
        <dsp:cNvPr id="0" name=""/>
        <dsp:cNvSpPr/>
      </dsp:nvSpPr>
      <dsp:spPr>
        <a:xfrm>
          <a:off x="660826" y="2030"/>
          <a:ext cx="1357012" cy="1105533"/>
        </a:xfrm>
        <a:prstGeom prst="ellipse">
          <a:avLst/>
        </a:prstGeom>
        <a:solidFill>
          <a:srgbClr val="FFC000"/>
        </a:solidFill>
        <a:ln w="38100" cap="flat" cmpd="sng" algn="ctr">
          <a:solidFill>
            <a:srgbClr val="4D3E2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Low MWBE participation</a:t>
          </a:r>
        </a:p>
      </dsp:txBody>
      <dsp:txXfrm>
        <a:off x="859556" y="163932"/>
        <a:ext cx="959552" cy="781729"/>
      </dsp:txXfrm>
    </dsp:sp>
    <dsp:sp modelId="{7EC743C5-F38B-42AD-8B0E-602F67C2E285}">
      <dsp:nvSpPr>
        <dsp:cNvPr id="0" name=""/>
        <dsp:cNvSpPr/>
      </dsp:nvSpPr>
      <dsp:spPr>
        <a:xfrm>
          <a:off x="1089129" y="1177620"/>
          <a:ext cx="500405" cy="500405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>
            <a:latin typeface="Georgia" panose="02040502050405020303" pitchFamily="18" charset="0"/>
          </a:endParaRPr>
        </a:p>
      </dsp:txBody>
      <dsp:txXfrm>
        <a:off x="1155458" y="1368975"/>
        <a:ext cx="367747" cy="117695"/>
      </dsp:txXfrm>
    </dsp:sp>
    <dsp:sp modelId="{BF09806B-65CE-4B71-B11F-112D5F80103D}">
      <dsp:nvSpPr>
        <dsp:cNvPr id="0" name=""/>
        <dsp:cNvSpPr/>
      </dsp:nvSpPr>
      <dsp:spPr>
        <a:xfrm>
          <a:off x="569178" y="1748082"/>
          <a:ext cx="1540307" cy="1141234"/>
        </a:xfrm>
        <a:prstGeom prst="ellipse">
          <a:avLst/>
        </a:prstGeom>
        <a:solidFill>
          <a:schemeClr val="bg1">
            <a:lumMod val="65000"/>
          </a:schemeClr>
        </a:solidFill>
        <a:ln w="38100" cap="flat" cmpd="sng" algn="ctr">
          <a:solidFill>
            <a:srgbClr val="4D3E2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Missed supplier diversity goals</a:t>
          </a:r>
        </a:p>
      </dsp:txBody>
      <dsp:txXfrm>
        <a:off x="794751" y="1915212"/>
        <a:ext cx="1089161" cy="806974"/>
      </dsp:txXfrm>
    </dsp:sp>
    <dsp:sp modelId="{913C357C-B262-40CA-8609-3C8CA6772A34}">
      <dsp:nvSpPr>
        <dsp:cNvPr id="0" name=""/>
        <dsp:cNvSpPr/>
      </dsp:nvSpPr>
      <dsp:spPr>
        <a:xfrm>
          <a:off x="1089129" y="2959373"/>
          <a:ext cx="500405" cy="500405"/>
        </a:xfrm>
        <a:prstGeom prst="mathPlus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>
            <a:latin typeface="Georgia" panose="02040502050405020303" pitchFamily="18" charset="0"/>
          </a:endParaRPr>
        </a:p>
      </dsp:txBody>
      <dsp:txXfrm>
        <a:off x="1155458" y="3150728"/>
        <a:ext cx="367747" cy="117695"/>
      </dsp:txXfrm>
    </dsp:sp>
    <dsp:sp modelId="{0509EF07-A6AA-41BC-9EF9-780533268613}">
      <dsp:nvSpPr>
        <dsp:cNvPr id="0" name=""/>
        <dsp:cNvSpPr/>
      </dsp:nvSpPr>
      <dsp:spPr>
        <a:xfrm>
          <a:off x="546276" y="3529835"/>
          <a:ext cx="1586112" cy="1191387"/>
        </a:xfrm>
        <a:prstGeom prst="ellipse">
          <a:avLst/>
        </a:prstGeom>
        <a:solidFill>
          <a:srgbClr val="261F1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Untapped business value</a:t>
          </a:r>
        </a:p>
      </dsp:txBody>
      <dsp:txXfrm>
        <a:off x="778557" y="3704310"/>
        <a:ext cx="1121550" cy="842437"/>
      </dsp:txXfrm>
    </dsp:sp>
    <dsp:sp modelId="{2480DF83-8F51-41AB-A428-881D0FE69340}">
      <dsp:nvSpPr>
        <dsp:cNvPr id="0" name=""/>
        <dsp:cNvSpPr/>
      </dsp:nvSpPr>
      <dsp:spPr>
        <a:xfrm>
          <a:off x="2261803" y="2201151"/>
          <a:ext cx="274360" cy="3209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>
            <a:latin typeface="Georgia" panose="02040502050405020303" pitchFamily="18" charset="0"/>
          </a:endParaRPr>
        </a:p>
      </dsp:txBody>
      <dsp:txXfrm>
        <a:off x="2261803" y="2265341"/>
        <a:ext cx="192052" cy="192569"/>
      </dsp:txXfrm>
    </dsp:sp>
    <dsp:sp modelId="{DC3098BE-6FC8-4F01-B170-DAF4A291BA83}">
      <dsp:nvSpPr>
        <dsp:cNvPr id="0" name=""/>
        <dsp:cNvSpPr/>
      </dsp:nvSpPr>
      <dsp:spPr>
        <a:xfrm>
          <a:off x="2650049" y="1498858"/>
          <a:ext cx="1725535" cy="1725535"/>
        </a:xfrm>
        <a:prstGeom prst="ellipse">
          <a:avLst/>
        </a:prstGeom>
        <a:solidFill>
          <a:srgbClr val="261F10"/>
        </a:solidFill>
        <a:ln w="38100" cap="flat" cmpd="sng" algn="ctr">
          <a:solidFill>
            <a:schemeClr val="bg1">
              <a:lumMod val="6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Georgia" panose="02040502050405020303" pitchFamily="18" charset="0"/>
            </a:rPr>
            <a:t>Impact</a:t>
          </a:r>
          <a:endParaRPr lang="en-IN" sz="2800" kern="1200" dirty="0">
            <a:latin typeface="Georgia" panose="02040502050405020303" pitchFamily="18" charset="0"/>
          </a:endParaRPr>
        </a:p>
      </dsp:txBody>
      <dsp:txXfrm>
        <a:off x="2902748" y="1751557"/>
        <a:ext cx="1220137" cy="12201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A3822-EDF1-41E8-9E7F-965F3B8A1CEA}">
      <dsp:nvSpPr>
        <dsp:cNvPr id="0" name=""/>
        <dsp:cNvSpPr/>
      </dsp:nvSpPr>
      <dsp:spPr>
        <a:xfrm>
          <a:off x="0" y="76106"/>
          <a:ext cx="4185412" cy="4185412"/>
        </a:xfrm>
        <a:prstGeom prst="pie">
          <a:avLst>
            <a:gd name="adj1" fmla="val 5400000"/>
            <a:gd name="adj2" fmla="val 16200000"/>
          </a:avLst>
        </a:prstGeom>
        <a:solidFill>
          <a:srgbClr val="4A411E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55A0B4-7551-42BA-B04F-65624D7922E2}">
      <dsp:nvSpPr>
        <dsp:cNvPr id="0" name=""/>
        <dsp:cNvSpPr/>
      </dsp:nvSpPr>
      <dsp:spPr>
        <a:xfrm>
          <a:off x="2092706" y="15"/>
          <a:ext cx="6427893" cy="41854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4A411E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Georgia" panose="02040502050405020303" pitchFamily="18" charset="0"/>
            </a:rPr>
            <a:t>Low MWBE visibility</a:t>
          </a:r>
          <a:br>
            <a:rPr lang="en-IN" sz="2000" kern="1200" dirty="0">
              <a:latin typeface="Georgia" panose="02040502050405020303" pitchFamily="18" charset="0"/>
            </a:rPr>
          </a:br>
          <a:br>
            <a:rPr lang="en-IN" sz="2000" kern="1200" dirty="0">
              <a:latin typeface="Georgia" panose="02040502050405020303" pitchFamily="18" charset="0"/>
            </a:rPr>
          </a:br>
          <a:br>
            <a:rPr lang="en-IN" sz="2000" kern="1200" dirty="0">
              <a:latin typeface="Georgia" panose="02040502050405020303" pitchFamily="18" charset="0"/>
            </a:rPr>
          </a:br>
          <a:r>
            <a:rPr lang="en-IN" sz="2000" kern="1200" dirty="0">
              <a:latin typeface="Georgia" panose="02040502050405020303" pitchFamily="18" charset="0"/>
            </a:rPr>
            <a:t>Capacity concerns</a:t>
          </a:r>
        </a:p>
      </dsp:txBody>
      <dsp:txXfrm>
        <a:off x="2092706" y="15"/>
        <a:ext cx="3213946" cy="1255626"/>
      </dsp:txXfrm>
    </dsp:sp>
    <dsp:sp modelId="{9EBBDDCA-B0E9-4C59-B025-9FF6482C1CB8}">
      <dsp:nvSpPr>
        <dsp:cNvPr id="0" name=""/>
        <dsp:cNvSpPr/>
      </dsp:nvSpPr>
      <dsp:spPr>
        <a:xfrm>
          <a:off x="732448" y="1331733"/>
          <a:ext cx="2720515" cy="2720515"/>
        </a:xfrm>
        <a:prstGeom prst="pie">
          <a:avLst>
            <a:gd name="adj1" fmla="val 5400000"/>
            <a:gd name="adj2" fmla="val 16200000"/>
          </a:avLst>
        </a:prstGeom>
        <a:solidFill>
          <a:srgbClr val="00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72FBD1B-76F7-4509-9553-89DDF3391A51}">
      <dsp:nvSpPr>
        <dsp:cNvPr id="0" name=""/>
        <dsp:cNvSpPr/>
      </dsp:nvSpPr>
      <dsp:spPr>
        <a:xfrm>
          <a:off x="2092706" y="1654916"/>
          <a:ext cx="6427893" cy="20741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4A411E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Georgia" panose="02040502050405020303" pitchFamily="18" charset="0"/>
            </a:rPr>
            <a:t>Complex onboarding</a:t>
          </a:r>
          <a:br>
            <a:rPr lang="en-IN" sz="2000" kern="1200" dirty="0">
              <a:latin typeface="Georgia" panose="02040502050405020303" pitchFamily="18" charset="0"/>
            </a:rPr>
          </a:br>
          <a:br>
            <a:rPr lang="en-IN" sz="2000" kern="1200" dirty="0">
              <a:latin typeface="Georgia" panose="02040502050405020303" pitchFamily="18" charset="0"/>
            </a:rPr>
          </a:br>
          <a:endParaRPr lang="en-IN" sz="2000" kern="1200" dirty="0">
            <a:latin typeface="Georgia" panose="02040502050405020303" pitchFamily="18" charset="0"/>
          </a:endParaRPr>
        </a:p>
      </dsp:txBody>
      <dsp:txXfrm>
        <a:off x="2092706" y="1654916"/>
        <a:ext cx="3213946" cy="957299"/>
      </dsp:txXfrm>
    </dsp:sp>
    <dsp:sp modelId="{EBC318A2-4D3F-49E0-B7AD-4CE88FD259EF}">
      <dsp:nvSpPr>
        <dsp:cNvPr id="0" name=""/>
        <dsp:cNvSpPr/>
      </dsp:nvSpPr>
      <dsp:spPr>
        <a:xfrm>
          <a:off x="1464895" y="2587355"/>
          <a:ext cx="1255622" cy="1255622"/>
        </a:xfrm>
        <a:prstGeom prst="pie">
          <a:avLst>
            <a:gd name="adj1" fmla="val 5400000"/>
            <a:gd name="adj2" fmla="val 16200000"/>
          </a:avLst>
        </a:prstGeom>
        <a:solidFill>
          <a:srgbClr val="4A411E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BBFBF9-28D0-4425-80A7-64625CA90350}">
      <dsp:nvSpPr>
        <dsp:cNvPr id="0" name=""/>
        <dsp:cNvSpPr/>
      </dsp:nvSpPr>
      <dsp:spPr>
        <a:xfrm>
          <a:off x="2092706" y="2337624"/>
          <a:ext cx="6427893" cy="175508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4A411E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Georgia" panose="02040502050405020303" pitchFamily="18" charset="0"/>
            </a:rPr>
            <a:t>  Financing issues</a:t>
          </a:r>
          <a:br>
            <a:rPr lang="en-IN" sz="2000" kern="1200" dirty="0">
              <a:latin typeface="Georgia" panose="02040502050405020303" pitchFamily="18" charset="0"/>
            </a:rPr>
          </a:br>
          <a:br>
            <a:rPr lang="en-IN" sz="2000" kern="1200" dirty="0">
              <a:latin typeface="Georgia" panose="02040502050405020303" pitchFamily="18" charset="0"/>
            </a:rPr>
          </a:br>
          <a:br>
            <a:rPr lang="en-IN" sz="2000" kern="1200" dirty="0">
              <a:latin typeface="Georgia" panose="02040502050405020303" pitchFamily="18" charset="0"/>
            </a:rPr>
          </a:br>
          <a:r>
            <a:rPr lang="en-IN" sz="2000" kern="1200" dirty="0">
              <a:latin typeface="Georgia" panose="02040502050405020303" pitchFamily="18" charset="0"/>
            </a:rPr>
            <a:t>Bias</a:t>
          </a:r>
        </a:p>
      </dsp:txBody>
      <dsp:txXfrm>
        <a:off x="2092706" y="2337624"/>
        <a:ext cx="3213946" cy="1755084"/>
      </dsp:txXfrm>
    </dsp:sp>
    <dsp:sp modelId="{2B14A8C5-6A14-4966-B9CB-4CAAC08D8F5E}">
      <dsp:nvSpPr>
        <dsp:cNvPr id="0" name=""/>
        <dsp:cNvSpPr/>
      </dsp:nvSpPr>
      <dsp:spPr>
        <a:xfrm>
          <a:off x="5292897" y="-76106"/>
          <a:ext cx="3213946" cy="1560053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Georgia" panose="02040502050405020303" pitchFamily="18" charset="0"/>
            </a:rPr>
            <a:t>  Build supplier database &amp; partnerships</a:t>
          </a:r>
          <a:br>
            <a:rPr lang="en-IN" sz="1800" kern="1200" dirty="0">
              <a:latin typeface="Georgia" panose="02040502050405020303" pitchFamily="18" charset="0"/>
            </a:rPr>
          </a:br>
          <a:br>
            <a:rPr lang="en-IN" sz="1800" kern="1200" dirty="0">
              <a:latin typeface="Georgia" panose="02040502050405020303" pitchFamily="18" charset="0"/>
            </a:rPr>
          </a:br>
          <a:r>
            <a:rPr lang="en-IN" sz="1800" kern="1200" dirty="0">
              <a:latin typeface="Georgia" panose="02040502050405020303" pitchFamily="18" charset="0"/>
            </a:rPr>
            <a:t>Flexible/local sourcing model</a:t>
          </a:r>
        </a:p>
      </dsp:txBody>
      <dsp:txXfrm>
        <a:off x="5292897" y="-76106"/>
        <a:ext cx="3213946" cy="1560053"/>
      </dsp:txXfrm>
    </dsp:sp>
    <dsp:sp modelId="{3D362F71-C269-4057-957A-7B0F15AA5416}">
      <dsp:nvSpPr>
        <dsp:cNvPr id="0" name=""/>
        <dsp:cNvSpPr/>
      </dsp:nvSpPr>
      <dsp:spPr>
        <a:xfrm>
          <a:off x="5306653" y="1331733"/>
          <a:ext cx="3213946" cy="1255622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kern="1200" dirty="0">
              <a:latin typeface="Georgia" panose="02040502050405020303" pitchFamily="18" charset="0"/>
            </a:rPr>
            <a:t>  Simplify  Procurement processes</a:t>
          </a:r>
        </a:p>
      </dsp:txBody>
      <dsp:txXfrm>
        <a:off x="5306653" y="1331733"/>
        <a:ext cx="3213946" cy="1255622"/>
      </dsp:txXfrm>
    </dsp:sp>
    <dsp:sp modelId="{33A0E941-46B4-415E-ACD9-6B14C971D619}">
      <dsp:nvSpPr>
        <dsp:cNvPr id="0" name=""/>
        <dsp:cNvSpPr/>
      </dsp:nvSpPr>
      <dsp:spPr>
        <a:xfrm>
          <a:off x="5306653" y="2587355"/>
          <a:ext cx="3213946" cy="1255622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  Use $25M fund for working capital</a:t>
          </a:r>
          <a:br>
            <a:rPr lang="en-US" sz="1800" kern="1200" dirty="0">
              <a:latin typeface="Georgia" panose="02040502050405020303" pitchFamily="18" charset="0"/>
            </a:rPr>
          </a:br>
          <a:br>
            <a:rPr lang="en-US" sz="1800" kern="1200" dirty="0">
              <a:latin typeface="Georgia" panose="02040502050405020303" pitchFamily="18" charset="0"/>
            </a:rPr>
          </a:br>
          <a:r>
            <a:rPr lang="en-IN" sz="1800" kern="1200" dirty="0">
              <a:latin typeface="Georgia" panose="02040502050405020303" pitchFamily="18" charset="0"/>
            </a:rPr>
            <a:t>Training + standardized evaluation</a:t>
          </a:r>
        </a:p>
      </dsp:txBody>
      <dsp:txXfrm>
        <a:off x="5306653" y="2587355"/>
        <a:ext cx="3213946" cy="12556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9D6CE6-E2F8-4873-9360-5D05F0FC7FE1}">
      <dsp:nvSpPr>
        <dsp:cNvPr id="0" name=""/>
        <dsp:cNvSpPr/>
      </dsp:nvSpPr>
      <dsp:spPr>
        <a:xfrm>
          <a:off x="0" y="305079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45CE23-E3D4-4B87-B0B0-82C306226637}">
      <dsp:nvSpPr>
        <dsp:cNvPr id="0" name=""/>
        <dsp:cNvSpPr/>
      </dsp:nvSpPr>
      <dsp:spPr>
        <a:xfrm>
          <a:off x="304800" y="39399"/>
          <a:ext cx="4267200" cy="531360"/>
        </a:xfrm>
        <a:prstGeom prst="roundRect">
          <a:avLst/>
        </a:prstGeom>
        <a:solidFill>
          <a:srgbClr val="4A411E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Low MWBE participation due to access, not quality</a:t>
          </a:r>
          <a:endParaRPr lang="en-IN" sz="1800" kern="1200" dirty="0">
            <a:latin typeface="Georgia" panose="02040502050405020303" pitchFamily="18" charset="0"/>
          </a:endParaRPr>
        </a:p>
      </dsp:txBody>
      <dsp:txXfrm>
        <a:off x="330739" y="65338"/>
        <a:ext cx="4215322" cy="479482"/>
      </dsp:txXfrm>
    </dsp:sp>
    <dsp:sp modelId="{FCBD7CD0-20BF-4B43-A743-5A9151AA0A27}">
      <dsp:nvSpPr>
        <dsp:cNvPr id="0" name=""/>
        <dsp:cNvSpPr/>
      </dsp:nvSpPr>
      <dsp:spPr>
        <a:xfrm>
          <a:off x="0" y="1121559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481C071-8DDE-409B-88D8-1D05888F46CC}">
      <dsp:nvSpPr>
        <dsp:cNvPr id="0" name=""/>
        <dsp:cNvSpPr/>
      </dsp:nvSpPr>
      <dsp:spPr>
        <a:xfrm>
          <a:off x="304800" y="855879"/>
          <a:ext cx="4267200" cy="531360"/>
        </a:xfrm>
        <a:prstGeom prst="roundRect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Financing is the biggest barrier</a:t>
          </a:r>
          <a:endParaRPr lang="en-IN" sz="1800" kern="1200" dirty="0">
            <a:latin typeface="Georgia" panose="02040502050405020303" pitchFamily="18" charset="0"/>
          </a:endParaRPr>
        </a:p>
      </dsp:txBody>
      <dsp:txXfrm>
        <a:off x="330739" y="881818"/>
        <a:ext cx="4215322" cy="479482"/>
      </dsp:txXfrm>
    </dsp:sp>
    <dsp:sp modelId="{F5BFA876-3901-457A-BF1A-07E7B261158D}">
      <dsp:nvSpPr>
        <dsp:cNvPr id="0" name=""/>
        <dsp:cNvSpPr/>
      </dsp:nvSpPr>
      <dsp:spPr>
        <a:xfrm>
          <a:off x="0" y="1938039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6CE81AF-9873-458F-B9F2-4FC3A2D4C46E}">
      <dsp:nvSpPr>
        <dsp:cNvPr id="0" name=""/>
        <dsp:cNvSpPr/>
      </dsp:nvSpPr>
      <dsp:spPr>
        <a:xfrm>
          <a:off x="304800" y="1672359"/>
          <a:ext cx="4267200" cy="531360"/>
        </a:xfrm>
        <a:prstGeom prst="round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Procurement teams don’t track diversity</a:t>
          </a:r>
          <a:endParaRPr lang="en-IN" sz="1800" kern="1200" dirty="0">
            <a:latin typeface="Georgia" panose="02040502050405020303" pitchFamily="18" charset="0"/>
          </a:endParaRPr>
        </a:p>
      </dsp:txBody>
      <dsp:txXfrm>
        <a:off x="330739" y="1698298"/>
        <a:ext cx="4215322" cy="479482"/>
      </dsp:txXfrm>
    </dsp:sp>
    <dsp:sp modelId="{92775529-1D6E-4051-A437-3205DF09B36C}">
      <dsp:nvSpPr>
        <dsp:cNvPr id="0" name=""/>
        <dsp:cNvSpPr/>
      </dsp:nvSpPr>
      <dsp:spPr>
        <a:xfrm>
          <a:off x="0" y="2754520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5CBB4A-C92D-4052-9450-CAE26B801190}">
      <dsp:nvSpPr>
        <dsp:cNvPr id="0" name=""/>
        <dsp:cNvSpPr/>
      </dsp:nvSpPr>
      <dsp:spPr>
        <a:xfrm>
          <a:off x="304800" y="2488840"/>
          <a:ext cx="4267200" cy="531360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Inclusive supply chains drive returns</a:t>
          </a:r>
          <a:endParaRPr lang="en-IN" sz="1800" kern="1200" dirty="0">
            <a:latin typeface="Georgia" panose="02040502050405020303" pitchFamily="18" charset="0"/>
          </a:endParaRPr>
        </a:p>
      </dsp:txBody>
      <dsp:txXfrm>
        <a:off x="330739" y="2514779"/>
        <a:ext cx="4215322" cy="479482"/>
      </dsp:txXfrm>
    </dsp:sp>
    <dsp:sp modelId="{C5088FD3-5835-4DF2-8A09-D2F6E71C7BCC}">
      <dsp:nvSpPr>
        <dsp:cNvPr id="0" name=""/>
        <dsp:cNvSpPr/>
      </dsp:nvSpPr>
      <dsp:spPr>
        <a:xfrm>
          <a:off x="0" y="3571000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3188498-BB09-424A-808B-5D47923FDB1E}">
      <dsp:nvSpPr>
        <dsp:cNvPr id="0" name=""/>
        <dsp:cNvSpPr/>
      </dsp:nvSpPr>
      <dsp:spPr>
        <a:xfrm>
          <a:off x="304800" y="3305320"/>
          <a:ext cx="4267200" cy="531360"/>
        </a:xfrm>
        <a:prstGeom prst="roundRect">
          <a:avLst/>
        </a:prstGeom>
        <a:solidFill>
          <a:srgbClr val="00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Georgia" panose="02040502050405020303" pitchFamily="18" charset="0"/>
            </a:rPr>
            <a:t>Bias impacts decision making</a:t>
          </a:r>
        </a:p>
      </dsp:txBody>
      <dsp:txXfrm>
        <a:off x="330739" y="3331259"/>
        <a:ext cx="421532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ctrTitle"/>
          </p:nvPr>
        </p:nvSpPr>
        <p:spPr>
          <a:xfrm>
            <a:off x="311708" y="1277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4B"/>
              </a:buClr>
              <a:buSzPts val="5200"/>
              <a:buNone/>
              <a:defRPr sz="5200" b="1">
                <a:solidFill>
                  <a:srgbClr val="00754B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11700" y="33675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8"/>
          <p:cNvSpPr/>
          <p:nvPr/>
        </p:nvSpPr>
        <p:spPr>
          <a:xfrm>
            <a:off x="-75" y="4172200"/>
            <a:ext cx="9144000" cy="971400"/>
          </a:xfrm>
          <a:prstGeom prst="rect">
            <a:avLst/>
          </a:prstGeom>
          <a:solidFill>
            <a:srgbClr val="00754B"/>
          </a:solidFill>
          <a:ln w="9525" cap="flat" cmpd="sng">
            <a:solidFill>
              <a:srgbClr val="0075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02675" y="4338418"/>
            <a:ext cx="1618475" cy="6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3075" y="4838625"/>
            <a:ext cx="501600" cy="2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/>
          <p:nvPr/>
        </p:nvSpPr>
        <p:spPr>
          <a:xfrm>
            <a:off x="-75" y="0"/>
            <a:ext cx="9144000" cy="5143600"/>
          </a:xfrm>
          <a:prstGeom prst="rect">
            <a:avLst/>
          </a:prstGeom>
          <a:solidFill>
            <a:srgbClr val="00754B"/>
          </a:solidFill>
          <a:ln w="9525" cap="flat" cmpd="sng">
            <a:solidFill>
              <a:srgbClr val="0075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 txBox="1">
            <a:spLocks noGrp="1"/>
          </p:cNvSpPr>
          <p:nvPr>
            <p:ph type="ctrTitle"/>
          </p:nvPr>
        </p:nvSpPr>
        <p:spPr>
          <a:xfrm>
            <a:off x="311708" y="1277975"/>
            <a:ext cx="5191317" cy="667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4B"/>
              </a:buClr>
              <a:buSzPts val="5200"/>
              <a:buNone/>
              <a:defRPr sz="4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96596" y="4621692"/>
            <a:ext cx="924554" cy="3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1F1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4B"/>
              </a:buClr>
              <a:buSzPts val="2800"/>
              <a:buFont typeface="Georgia"/>
              <a:buNone/>
              <a:defRPr sz="2800" b="1" i="0" u="none" strike="noStrike" cap="none">
                <a:solidFill>
                  <a:srgbClr val="00754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Char char="●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○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■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○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■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●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○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■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71640" y="2620443"/>
            <a:ext cx="6425276" cy="101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800" dirty="0">
                <a:solidFill>
                  <a:srgbClr val="1A7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MWBE &amp;  Procurement Summary</a:t>
            </a:r>
            <a:br>
              <a:rPr lang="en-US" sz="2800" dirty="0">
                <a:solidFill>
                  <a:srgbClr val="1A7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>
                <a:solidFill>
                  <a:srgbClr val="1A7A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Opportunities</a:t>
            </a:r>
            <a:endParaRPr sz="2800" dirty="0">
              <a:solidFill>
                <a:srgbClr val="1A7A5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2C6FE-5032-0961-A8AB-8EDD1370350C}"/>
              </a:ext>
            </a:extLst>
          </p:cNvPr>
          <p:cNvSpPr txBox="1"/>
          <p:nvPr/>
        </p:nvSpPr>
        <p:spPr>
          <a:xfrm>
            <a:off x="6675807" y="3637405"/>
            <a:ext cx="246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BY- RASHI SHARMA</a:t>
            </a:r>
            <a:endParaRPr lang="en-IN" sz="2000" b="1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F04C1-CF1D-F5B7-5A96-B55A1B50B69C}"/>
              </a:ext>
            </a:extLst>
          </p:cNvPr>
          <p:cNvSpPr txBox="1"/>
          <p:nvPr/>
        </p:nvSpPr>
        <p:spPr>
          <a:xfrm>
            <a:off x="536265" y="209914"/>
            <a:ext cx="79545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1A7A56"/>
                </a:solidFill>
                <a:latin typeface="Times New Roman"/>
                <a:cs typeface="Times New Roman"/>
                <a:sym typeface="Georgia"/>
              </a:rPr>
              <a:t>Unlocking MWBE Growth at    RetailCo</a:t>
            </a:r>
            <a:endParaRPr lang="en-IN" sz="4800" b="1" dirty="0">
              <a:solidFill>
                <a:srgbClr val="1A7A56"/>
              </a:solidFill>
              <a:latin typeface="Times New Roman"/>
              <a:cs typeface="Times New Roman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2477-8DB1-85A2-3EFC-E6878A37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9456"/>
            <a:ext cx="8520600" cy="1048511"/>
          </a:xfrm>
        </p:spPr>
        <p:txBody>
          <a:bodyPr>
            <a:normAutofit/>
          </a:bodyPr>
          <a:lstStyle/>
          <a:p>
            <a:r>
              <a:rPr lang="en-US" dirty="0"/>
              <a:t>MWBE participation is constrained by access &amp;   Financing not capability”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3C19E-C8F2-DA8F-1C48-8871ABC9A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07644"/>
            <a:ext cx="8520600" cy="3416400"/>
          </a:xfrm>
        </p:spPr>
        <p:txBody>
          <a:bodyPr/>
          <a:lstStyle/>
          <a:p>
            <a:r>
              <a:rPr lang="en-US" dirty="0"/>
              <a:t>MWBE underrepresentation driven by </a:t>
            </a:r>
            <a:r>
              <a:rPr lang="en-US" b="1" dirty="0"/>
              <a:t>limited access to  Procurement channels</a:t>
            </a:r>
            <a:r>
              <a:rPr lang="en-US" dirty="0"/>
              <a:t> </a:t>
            </a:r>
          </a:p>
          <a:p>
            <a:r>
              <a:rPr lang="en-US" b="1" dirty="0"/>
              <a:t> Financing constraints</a:t>
            </a:r>
            <a:r>
              <a:rPr lang="en-US" dirty="0"/>
              <a:t> are the biggest barrier to scaling </a:t>
            </a:r>
          </a:p>
          <a:p>
            <a:r>
              <a:rPr lang="en-US" dirty="0"/>
              <a:t>Current  Procurement processes </a:t>
            </a:r>
            <a:r>
              <a:rPr lang="en-US" b="1" dirty="0"/>
              <a:t>favor large, low-risk suppliers</a:t>
            </a:r>
            <a:r>
              <a:rPr lang="en-US" dirty="0"/>
              <a:t> </a:t>
            </a:r>
          </a:p>
          <a:p>
            <a:r>
              <a:rPr lang="en-US" dirty="0"/>
              <a:t>Inclusive supply chains can drive </a:t>
            </a:r>
            <a:r>
              <a:rPr lang="en-US" b="1" dirty="0"/>
              <a:t>both financial &amp; social value</a:t>
            </a:r>
            <a:r>
              <a:rPr lang="en-US" dirty="0"/>
              <a:t> </a:t>
            </a:r>
          </a:p>
          <a:p>
            <a:r>
              <a:rPr lang="en-US" dirty="0"/>
              <a:t>$25M fund = </a:t>
            </a:r>
            <a:r>
              <a:rPr lang="en-US" b="1" dirty="0"/>
              <a:t>critical enabler to unlock MWBE participation</a:t>
            </a:r>
            <a:r>
              <a:rPr lang="en-US" dirty="0"/>
              <a:t>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53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6378-83CE-2898-846B-9DE5E06D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89" y="94505"/>
            <a:ext cx="8678222" cy="75893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MWBE inclusion is limited by structural barriers despite strong alignment on its importance</a:t>
            </a:r>
            <a:endParaRPr lang="en-IN" sz="2400" dirty="0">
              <a:latin typeface="Georgia" panose="020405020504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06D7B5-5560-61C1-18DD-BFB2CA8BA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7264" y="737017"/>
            <a:ext cx="876909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Both procurement teams and MWBE owners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agree that supplier diversity creates positive social impact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but differ on financial and risk-related benefits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MWBEs face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major challenges in accessing large retailers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mainly due to limited networks, financing constraints, and strict procurement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significant gap exists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importance of networking (high)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actual access to networks (low)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Many MWBEs struggle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secure funding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even when they have potential business opportunities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High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minimum order requirements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prevent smaller suppliers from participating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Experiences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bias and unequal treatment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further discourage MWBE participation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Procurement teams currently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lack structured efforts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to actively promote supplier diversity </a:t>
            </a:r>
          </a:p>
        </p:txBody>
      </p:sp>
    </p:spTree>
    <p:extLst>
      <p:ext uri="{BB962C8B-B14F-4D97-AF65-F5344CB8AC3E}">
        <p14:creationId xmlns:p14="http://schemas.microsoft.com/office/powerpoint/2010/main" val="314368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506AB2B-0275-07B2-6862-EE9996DBF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8007910"/>
              </p:ext>
            </p:extLst>
          </p:nvPr>
        </p:nvGraphicFramePr>
        <p:xfrm>
          <a:off x="0" y="89377"/>
          <a:ext cx="4740735" cy="4723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6B06B3B-24FD-4FF7-6D64-D3C2F65BE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219356"/>
              </p:ext>
            </p:extLst>
          </p:nvPr>
        </p:nvGraphicFramePr>
        <p:xfrm>
          <a:off x="4222139" y="89378"/>
          <a:ext cx="4921861" cy="4723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9990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0649-7095-AAA4-0680-1DE36525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Key Challenges &amp; Evidence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72E0B0-78AB-27B9-9477-FF1AFA6A9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56774"/>
              </p:ext>
            </p:extLst>
          </p:nvPr>
        </p:nvGraphicFramePr>
        <p:xfrm>
          <a:off x="372477" y="1430635"/>
          <a:ext cx="8521700" cy="319534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13581224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485248772"/>
                    </a:ext>
                  </a:extLst>
                </a:gridCol>
              </a:tblGrid>
              <a:tr h="318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CHALLENGES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Georgia" panose="02040502050405020303" pitchFamily="18" charset="0"/>
                        </a:rPr>
                        <a:t>EVIDENCE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6263432"/>
                  </a:ext>
                </a:extLst>
              </a:tr>
              <a:tr h="54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Limited supplier discovery- 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reliance on large suppliers</a:t>
                      </a:r>
                      <a:r>
                        <a:rPr lang="en-US" altLang="en-US" dirty="0">
                          <a:latin typeface="Georgia" panose="02040502050405020303" pitchFamily="18" charset="0"/>
                        </a:rPr>
                        <a:t> 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Georgia" panose="02040502050405020303" pitchFamily="18" charset="0"/>
                        </a:rPr>
                        <a:t>“We were being approached by MWBEs much less than expected…”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2574052"/>
                  </a:ext>
                </a:extLst>
              </a:tr>
              <a:tr h="5422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Complex Procurement processes - 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excludes MWBEs</a:t>
                      </a:r>
                      <a:endParaRPr lang="en-US" altLang="en-US" dirty="0">
                        <a:latin typeface="Georgia" panose="02040502050405020303" pitchFamily="18" charset="0"/>
                      </a:endParaRPr>
                    </a:p>
                    <a:p>
                      <a:pPr>
                        <a:buNone/>
                      </a:pP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dirty="0">
                          <a:latin typeface="Georgia" panose="02040502050405020303" pitchFamily="18" charset="0"/>
                        </a:rPr>
                      </a:br>
                      <a:r>
                        <a:rPr lang="en-US" dirty="0">
                          <a:latin typeface="Georgia" panose="02040502050405020303" pitchFamily="18" charset="0"/>
                        </a:rPr>
                        <a:t>“Banks aren’t willing to increase our credit line…”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25785841"/>
                  </a:ext>
                </a:extLst>
              </a:tr>
              <a:tr h="542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Financing barriers - 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constraints limit scale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Georgia" panose="02040502050405020303" pitchFamily="18" charset="0"/>
                        </a:rPr>
                        <a:t>“It felt we had to clear a much higher bar…”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  <a:p>
                      <a:pPr>
                        <a:buNone/>
                      </a:pP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3164479"/>
                  </a:ext>
                </a:extLst>
              </a:tr>
              <a:tr h="471103">
                <a:tc>
                  <a:txBody>
                    <a:bodyPr/>
                    <a:lstStyle/>
                    <a:p>
                      <a:pPr lvl="0" defTabSz="914400" eaLnBrk="0" fontAlgn="base" latinLnBrk="0" hangingPunct="0"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Perceived risk &amp; bias - 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in selection criteria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Georgia" panose="02040502050405020303" pitchFamily="18" charset="0"/>
                        </a:rPr>
                        <a:t>“</a:t>
                      </a:r>
                      <a:r>
                        <a:rPr lang="en-US" dirty="0"/>
                        <a:t>It’s hard to even get an opportunity to present our products…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”</a:t>
                      </a:r>
                      <a:endParaRPr lang="en-US" dirty="0"/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10700939"/>
                  </a:ext>
                </a:extLst>
              </a:tr>
              <a:tr h="3189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Operational constraints - 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Rigid requirements (travel, order size)</a:t>
                      </a:r>
                    </a:p>
                    <a:p>
                      <a:pPr>
                        <a:buNone/>
                      </a:pPr>
                      <a:r>
                        <a:rPr lang="en-US" altLang="en-US" dirty="0">
                          <a:latin typeface="Georgia" panose="02040502050405020303" pitchFamily="18" charset="0"/>
                        </a:rPr>
                        <a:t> 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“We don’t have enough capital to meet large order requirements…”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006600">
                            <a:tint val="66000"/>
                            <a:satMod val="160000"/>
                          </a:srgbClr>
                        </a:gs>
                        <a:gs pos="50000">
                          <a:srgbClr val="006600">
                            <a:tint val="44500"/>
                            <a:satMod val="160000"/>
                          </a:srgbClr>
                        </a:gs>
                        <a:gs pos="100000">
                          <a:srgbClr val="0066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40690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206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Opportunities to Increase MWBE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dirty="0"/>
              <a:t>Proactive MWBE sourcing and partnerships</a:t>
            </a:r>
            <a:r>
              <a:rPr lang="en-US" dirty="0"/>
              <a:t> and promote </a:t>
            </a:r>
            <a:r>
              <a:rPr lang="en-US" b="1" dirty="0"/>
              <a:t>strong networking platforms</a:t>
            </a:r>
            <a:r>
              <a:rPr lang="en-US" dirty="0"/>
              <a:t> to connect MWBEs with retailers</a:t>
            </a:r>
            <a:endParaRPr dirty="0"/>
          </a:p>
          <a:p>
            <a:r>
              <a:rPr dirty="0"/>
              <a:t>Simplified onboarding and procurement</a:t>
            </a:r>
            <a:r>
              <a:rPr lang="en-US" dirty="0"/>
              <a:t> to make them more inclusive and flexible</a:t>
            </a:r>
            <a:endParaRPr dirty="0"/>
          </a:p>
          <a:p>
            <a:r>
              <a:rPr lang="en-US" dirty="0"/>
              <a:t>Provide </a:t>
            </a:r>
            <a:r>
              <a:rPr lang="en-US" b="1" dirty="0"/>
              <a:t>financial support (via $25M fund)</a:t>
            </a:r>
            <a:r>
              <a:rPr lang="en-US" dirty="0"/>
              <a:t> to help MWBEs scale operations</a:t>
            </a:r>
            <a:endParaRPr dirty="0"/>
          </a:p>
          <a:p>
            <a:r>
              <a:rPr lang="en-US" dirty="0"/>
              <a:t>Introduce </a:t>
            </a:r>
            <a:r>
              <a:rPr dirty="0"/>
              <a:t>Flexible/localized sourcing models</a:t>
            </a:r>
            <a:r>
              <a:rPr lang="en-US" dirty="0"/>
              <a:t> to enable gradual growth of suppliers</a:t>
            </a:r>
            <a:endParaRPr dirty="0"/>
          </a:p>
          <a:p>
            <a:r>
              <a:rPr lang="en-IN" dirty="0"/>
              <a:t>Conduct </a:t>
            </a:r>
            <a:r>
              <a:rPr lang="en-IN" b="1" dirty="0"/>
              <a:t>bias awareness , </a:t>
            </a:r>
            <a:r>
              <a:rPr b="1" dirty="0"/>
              <a:t>Training </a:t>
            </a:r>
            <a:r>
              <a:rPr dirty="0"/>
              <a:t>and </a:t>
            </a:r>
            <a:r>
              <a:rPr b="1" dirty="0"/>
              <a:t>mentorship</a:t>
            </a:r>
            <a:r>
              <a:rPr dirty="0"/>
              <a:t> programs</a:t>
            </a:r>
            <a:r>
              <a:rPr lang="en-US" dirty="0"/>
              <a:t> </a:t>
            </a:r>
            <a:r>
              <a:rPr lang="en-IN" dirty="0"/>
              <a:t>for procurement teams</a:t>
            </a:r>
            <a:endParaRPr dirty="0"/>
          </a:p>
          <a:p>
            <a:r>
              <a:rPr dirty="0"/>
              <a:t>Virtual engagement to reduce barriers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A3D7-B662-BC2A-DD0C-FFA7C5F3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" y="9711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Opportunities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893364C-F4CC-C655-692F-D0DE854354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3566163"/>
              </p:ext>
            </p:extLst>
          </p:nvPr>
        </p:nvGraphicFramePr>
        <p:xfrm>
          <a:off x="0" y="613469"/>
          <a:ext cx="8520600" cy="4185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463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2239-D618-EF4E-E2D2-3A8BA0C4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20600" cy="44819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eorgia" panose="02040502050405020303" pitchFamily="18" charset="0"/>
              </a:rPr>
              <a:t>Survey Insights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9C0C5B6-36A3-D8A8-A946-BFE85C411B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220829"/>
              </p:ext>
            </p:extLst>
          </p:nvPr>
        </p:nvGraphicFramePr>
        <p:xfrm>
          <a:off x="812800" y="353568"/>
          <a:ext cx="8230915" cy="4622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45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96" y="158675"/>
            <a:ext cx="8520600" cy="572700"/>
          </a:xfrm>
        </p:spPr>
        <p:txBody>
          <a:bodyPr>
            <a:normAutofit fontScale="90000"/>
          </a:bodyPr>
          <a:lstStyle/>
          <a:p>
            <a:r>
              <a:rPr dirty="0"/>
              <a:t>Key Insights from Research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14378C3-C89C-3ACE-4463-F35A1E3011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367225"/>
              </p:ext>
            </p:extLst>
          </p:nvPr>
        </p:nvGraphicFramePr>
        <p:xfrm>
          <a:off x="1338369" y="92082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>
            <a:spLocks noGrp="1"/>
          </p:cNvSpPr>
          <p:nvPr>
            <p:ph type="ctrTitle"/>
          </p:nvPr>
        </p:nvSpPr>
        <p:spPr>
          <a:xfrm>
            <a:off x="311708" y="1277975"/>
            <a:ext cx="5191317" cy="667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4B"/>
              </a:buClr>
              <a:buSzPct val="144444"/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484</Words>
  <Application>Microsoft Office PowerPoint</Application>
  <PresentationFormat>On-screen Show (16:9)</PresentationFormat>
  <Paragraphs>64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Display</vt:lpstr>
      <vt:lpstr>Arial</vt:lpstr>
      <vt:lpstr>Georgia</vt:lpstr>
      <vt:lpstr>Times New Roman</vt:lpstr>
      <vt:lpstr>Wingdings</vt:lpstr>
      <vt:lpstr>Simple Light</vt:lpstr>
      <vt:lpstr>MWBE &amp;  Procurement Summary Challenges &amp; Opportunities</vt:lpstr>
      <vt:lpstr>MWBE participation is constrained by access &amp;   Financing not capability”</vt:lpstr>
      <vt:lpstr>MWBE inclusion is limited by structural barriers despite strong alignment on its importance</vt:lpstr>
      <vt:lpstr>PowerPoint Presentation</vt:lpstr>
      <vt:lpstr>Key Challenges &amp; Evidence</vt:lpstr>
      <vt:lpstr>Opportunities to Increase MWBE Participation</vt:lpstr>
      <vt:lpstr>Opportunities</vt:lpstr>
      <vt:lpstr>Survey Insights</vt:lpstr>
      <vt:lpstr>Key Insights from Research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Rashi Sharma</cp:lastModifiedBy>
  <cp:revision>1</cp:revision>
  <dcterms:modified xsi:type="dcterms:W3CDTF">2026-03-29T14:17:18Z</dcterms:modified>
</cp:coreProperties>
</file>